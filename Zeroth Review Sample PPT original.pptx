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2000"/>
  <p:notesSz cx="12192000" cy="6858000"/>
  <p:embeddedFontLst>
    <p:embeddedFont>
      <p:font typeface="Book Antiqua"/>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454837-4BC9-4536-82D9-41687BA5017D}">
  <a:tblStyle styleId="{54454837-4BC9-4536-82D9-41687BA5017D}"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AC063D48-9C63-4C31-BF3F-999C341A701D}"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BookAntiqua-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BookAntiqua-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BookAntiqua-italic.fntdata"/><Relationship Id="rId6" Type="http://schemas.openxmlformats.org/officeDocument/2006/relationships/notesMaster" Target="notesMasters/notesMaster1.xml"/><Relationship Id="rId18" Type="http://schemas.openxmlformats.org/officeDocument/2006/relationships/font" Target="fonts/BookAntiqua-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4488"/>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 name="Google Shape;4;n"/>
          <p:cNvSpPr txBox="1"/>
          <p:nvPr>
            <p:ph idx="10" type="dt"/>
          </p:nvPr>
        </p:nvSpPr>
        <p:spPr>
          <a:xfrm>
            <a:off x="6905625" y="0"/>
            <a:ext cx="5283200" cy="34448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 name="Google Shape;5;n"/>
          <p:cNvSpPr/>
          <p:nvPr>
            <p:ph idx="3"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44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n"/>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sz="12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1: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1:notes"/>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1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635675" y="218882"/>
            <a:ext cx="8820109" cy="109196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rgbClr val="C00000"/>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986467" y="1383665"/>
            <a:ext cx="10274935" cy="36830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000">
                <a:solidFill>
                  <a:schemeClr val="hlink"/>
                </a:solidFill>
                <a:latin typeface="Times New Roman"/>
                <a:ea typeface="Times New Roman"/>
                <a:cs typeface="Times New Roman"/>
                <a:sym typeface="Times New Roman"/>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 name="Google Shape;18;p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lvl1pPr indent="0" lvl="0" marL="108585">
              <a:lnSpc>
                <a:spcPct val="104090"/>
              </a:lnSpc>
              <a:spcBef>
                <a:spcPts val="0"/>
              </a:spcBef>
              <a:buNone/>
              <a:defRPr b="1" i="0" sz="1100">
                <a:solidFill>
                  <a:srgbClr val="C55A11"/>
                </a:solidFill>
                <a:latin typeface="Calibri"/>
                <a:ea typeface="Calibri"/>
                <a:cs typeface="Calibri"/>
                <a:sym typeface="Calibri"/>
              </a:defRPr>
            </a:lvl1pPr>
            <a:lvl2pPr indent="0" lvl="1" marL="108585">
              <a:lnSpc>
                <a:spcPct val="104090"/>
              </a:lnSpc>
              <a:spcBef>
                <a:spcPts val="0"/>
              </a:spcBef>
              <a:buNone/>
              <a:defRPr b="1" i="0" sz="1100">
                <a:solidFill>
                  <a:srgbClr val="C55A11"/>
                </a:solidFill>
                <a:latin typeface="Calibri"/>
                <a:ea typeface="Calibri"/>
                <a:cs typeface="Calibri"/>
                <a:sym typeface="Calibri"/>
              </a:defRPr>
            </a:lvl2pPr>
            <a:lvl3pPr indent="0" lvl="2" marL="108585">
              <a:lnSpc>
                <a:spcPct val="104090"/>
              </a:lnSpc>
              <a:spcBef>
                <a:spcPts val="0"/>
              </a:spcBef>
              <a:buNone/>
              <a:defRPr b="1" i="0" sz="1100">
                <a:solidFill>
                  <a:srgbClr val="C55A11"/>
                </a:solidFill>
                <a:latin typeface="Calibri"/>
                <a:ea typeface="Calibri"/>
                <a:cs typeface="Calibri"/>
                <a:sym typeface="Calibri"/>
              </a:defRPr>
            </a:lvl3pPr>
            <a:lvl4pPr indent="0" lvl="3" marL="108585">
              <a:lnSpc>
                <a:spcPct val="104090"/>
              </a:lnSpc>
              <a:spcBef>
                <a:spcPts val="0"/>
              </a:spcBef>
              <a:buNone/>
              <a:defRPr b="1" i="0" sz="1100">
                <a:solidFill>
                  <a:srgbClr val="C55A11"/>
                </a:solidFill>
                <a:latin typeface="Calibri"/>
                <a:ea typeface="Calibri"/>
                <a:cs typeface="Calibri"/>
                <a:sym typeface="Calibri"/>
              </a:defRPr>
            </a:lvl4pPr>
            <a:lvl5pPr indent="0" lvl="4" marL="108585">
              <a:lnSpc>
                <a:spcPct val="104090"/>
              </a:lnSpc>
              <a:spcBef>
                <a:spcPts val="0"/>
              </a:spcBef>
              <a:buNone/>
              <a:defRPr b="1" i="0" sz="1100">
                <a:solidFill>
                  <a:srgbClr val="C55A11"/>
                </a:solidFill>
                <a:latin typeface="Calibri"/>
                <a:ea typeface="Calibri"/>
                <a:cs typeface="Calibri"/>
                <a:sym typeface="Calibri"/>
              </a:defRPr>
            </a:lvl5pPr>
            <a:lvl6pPr indent="0" lvl="5" marL="108585">
              <a:lnSpc>
                <a:spcPct val="104090"/>
              </a:lnSpc>
              <a:spcBef>
                <a:spcPts val="0"/>
              </a:spcBef>
              <a:buNone/>
              <a:defRPr b="1" i="0" sz="1100">
                <a:solidFill>
                  <a:srgbClr val="C55A11"/>
                </a:solidFill>
                <a:latin typeface="Calibri"/>
                <a:ea typeface="Calibri"/>
                <a:cs typeface="Calibri"/>
                <a:sym typeface="Calibri"/>
              </a:defRPr>
            </a:lvl6pPr>
            <a:lvl7pPr indent="0" lvl="6" marL="108585">
              <a:lnSpc>
                <a:spcPct val="104090"/>
              </a:lnSpc>
              <a:spcBef>
                <a:spcPts val="0"/>
              </a:spcBef>
              <a:buNone/>
              <a:defRPr b="1" i="0" sz="1100">
                <a:solidFill>
                  <a:srgbClr val="C55A11"/>
                </a:solidFill>
                <a:latin typeface="Calibri"/>
                <a:ea typeface="Calibri"/>
                <a:cs typeface="Calibri"/>
                <a:sym typeface="Calibri"/>
              </a:defRPr>
            </a:lvl7pPr>
            <a:lvl8pPr indent="0" lvl="7" marL="108585">
              <a:lnSpc>
                <a:spcPct val="104090"/>
              </a:lnSpc>
              <a:spcBef>
                <a:spcPts val="0"/>
              </a:spcBef>
              <a:buNone/>
              <a:defRPr b="1" i="0" sz="1100">
                <a:solidFill>
                  <a:srgbClr val="C55A11"/>
                </a:solidFill>
                <a:latin typeface="Calibri"/>
                <a:ea typeface="Calibri"/>
                <a:cs typeface="Calibri"/>
                <a:sym typeface="Calibri"/>
              </a:defRPr>
            </a:lvl8pPr>
            <a:lvl9pPr indent="0" lvl="8" marL="108585">
              <a:lnSpc>
                <a:spcPct val="104090"/>
              </a:lnSpc>
              <a:spcBef>
                <a:spcPts val="0"/>
              </a:spcBef>
              <a:buNone/>
              <a:defRPr b="1" i="0" sz="1100">
                <a:solidFill>
                  <a:srgbClr val="C55A11"/>
                </a:solidFill>
                <a:latin typeface="Calibri"/>
                <a:ea typeface="Calibri"/>
                <a:cs typeface="Calibri"/>
                <a:sym typeface="Calibri"/>
              </a:defRPr>
            </a:lvl9pPr>
          </a:lstStyle>
          <a:p>
            <a:pPr indent="0" lvl="0" marL="10858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1" name="Shape 21"/>
        <p:cNvGrpSpPr/>
        <p:nvPr/>
      </p:nvGrpSpPr>
      <p:grpSpPr>
        <a:xfrm>
          <a:off x="0" y="0"/>
          <a:ext cx="0" cy="0"/>
          <a:chOff x="0" y="0"/>
          <a:chExt cx="0" cy="0"/>
        </a:xfrm>
      </p:grpSpPr>
      <p:sp>
        <p:nvSpPr>
          <p:cNvPr id="22" name="Google Shape;22;p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lvl1pPr indent="0" lvl="0" marL="108585">
              <a:lnSpc>
                <a:spcPct val="104090"/>
              </a:lnSpc>
              <a:spcBef>
                <a:spcPts val="0"/>
              </a:spcBef>
              <a:buNone/>
              <a:defRPr b="1" i="0" sz="1100">
                <a:solidFill>
                  <a:srgbClr val="C55A11"/>
                </a:solidFill>
                <a:latin typeface="Calibri"/>
                <a:ea typeface="Calibri"/>
                <a:cs typeface="Calibri"/>
                <a:sym typeface="Calibri"/>
              </a:defRPr>
            </a:lvl1pPr>
            <a:lvl2pPr indent="0" lvl="1" marL="108585">
              <a:lnSpc>
                <a:spcPct val="104090"/>
              </a:lnSpc>
              <a:spcBef>
                <a:spcPts val="0"/>
              </a:spcBef>
              <a:buNone/>
              <a:defRPr b="1" i="0" sz="1100">
                <a:solidFill>
                  <a:srgbClr val="C55A11"/>
                </a:solidFill>
                <a:latin typeface="Calibri"/>
                <a:ea typeface="Calibri"/>
                <a:cs typeface="Calibri"/>
                <a:sym typeface="Calibri"/>
              </a:defRPr>
            </a:lvl2pPr>
            <a:lvl3pPr indent="0" lvl="2" marL="108585">
              <a:lnSpc>
                <a:spcPct val="104090"/>
              </a:lnSpc>
              <a:spcBef>
                <a:spcPts val="0"/>
              </a:spcBef>
              <a:buNone/>
              <a:defRPr b="1" i="0" sz="1100">
                <a:solidFill>
                  <a:srgbClr val="C55A11"/>
                </a:solidFill>
                <a:latin typeface="Calibri"/>
                <a:ea typeface="Calibri"/>
                <a:cs typeface="Calibri"/>
                <a:sym typeface="Calibri"/>
              </a:defRPr>
            </a:lvl3pPr>
            <a:lvl4pPr indent="0" lvl="3" marL="108585">
              <a:lnSpc>
                <a:spcPct val="104090"/>
              </a:lnSpc>
              <a:spcBef>
                <a:spcPts val="0"/>
              </a:spcBef>
              <a:buNone/>
              <a:defRPr b="1" i="0" sz="1100">
                <a:solidFill>
                  <a:srgbClr val="C55A11"/>
                </a:solidFill>
                <a:latin typeface="Calibri"/>
                <a:ea typeface="Calibri"/>
                <a:cs typeface="Calibri"/>
                <a:sym typeface="Calibri"/>
              </a:defRPr>
            </a:lvl4pPr>
            <a:lvl5pPr indent="0" lvl="4" marL="108585">
              <a:lnSpc>
                <a:spcPct val="104090"/>
              </a:lnSpc>
              <a:spcBef>
                <a:spcPts val="0"/>
              </a:spcBef>
              <a:buNone/>
              <a:defRPr b="1" i="0" sz="1100">
                <a:solidFill>
                  <a:srgbClr val="C55A11"/>
                </a:solidFill>
                <a:latin typeface="Calibri"/>
                <a:ea typeface="Calibri"/>
                <a:cs typeface="Calibri"/>
                <a:sym typeface="Calibri"/>
              </a:defRPr>
            </a:lvl5pPr>
            <a:lvl6pPr indent="0" lvl="5" marL="108585">
              <a:lnSpc>
                <a:spcPct val="104090"/>
              </a:lnSpc>
              <a:spcBef>
                <a:spcPts val="0"/>
              </a:spcBef>
              <a:buNone/>
              <a:defRPr b="1" i="0" sz="1100">
                <a:solidFill>
                  <a:srgbClr val="C55A11"/>
                </a:solidFill>
                <a:latin typeface="Calibri"/>
                <a:ea typeface="Calibri"/>
                <a:cs typeface="Calibri"/>
                <a:sym typeface="Calibri"/>
              </a:defRPr>
            </a:lvl6pPr>
            <a:lvl7pPr indent="0" lvl="6" marL="108585">
              <a:lnSpc>
                <a:spcPct val="104090"/>
              </a:lnSpc>
              <a:spcBef>
                <a:spcPts val="0"/>
              </a:spcBef>
              <a:buNone/>
              <a:defRPr b="1" i="0" sz="1100">
                <a:solidFill>
                  <a:srgbClr val="C55A11"/>
                </a:solidFill>
                <a:latin typeface="Calibri"/>
                <a:ea typeface="Calibri"/>
                <a:cs typeface="Calibri"/>
                <a:sym typeface="Calibri"/>
              </a:defRPr>
            </a:lvl7pPr>
            <a:lvl8pPr indent="0" lvl="7" marL="108585">
              <a:lnSpc>
                <a:spcPct val="104090"/>
              </a:lnSpc>
              <a:spcBef>
                <a:spcPts val="0"/>
              </a:spcBef>
              <a:buNone/>
              <a:defRPr b="1" i="0" sz="1100">
                <a:solidFill>
                  <a:srgbClr val="C55A11"/>
                </a:solidFill>
                <a:latin typeface="Calibri"/>
                <a:ea typeface="Calibri"/>
                <a:cs typeface="Calibri"/>
                <a:sym typeface="Calibri"/>
              </a:defRPr>
            </a:lvl8pPr>
            <a:lvl9pPr indent="0" lvl="8" marL="108585">
              <a:lnSpc>
                <a:spcPct val="104090"/>
              </a:lnSpc>
              <a:spcBef>
                <a:spcPts val="0"/>
              </a:spcBef>
              <a:buNone/>
              <a:defRPr b="1" i="0" sz="1100">
                <a:solidFill>
                  <a:srgbClr val="C55A11"/>
                </a:solidFill>
                <a:latin typeface="Calibri"/>
                <a:ea typeface="Calibri"/>
                <a:cs typeface="Calibri"/>
                <a:sym typeface="Calibri"/>
              </a:defRPr>
            </a:lvl9pPr>
          </a:lstStyle>
          <a:p>
            <a:pPr indent="0" lvl="0" marL="10858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sp>
        <p:nvSpPr>
          <p:cNvPr id="26" name="Google Shape;26;p4"/>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rgbClr val="C00000"/>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chemeClr val="hlink"/>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lvl1pPr indent="0" lvl="0" marL="108585">
              <a:lnSpc>
                <a:spcPct val="104090"/>
              </a:lnSpc>
              <a:spcBef>
                <a:spcPts val="0"/>
              </a:spcBef>
              <a:buNone/>
              <a:defRPr b="1" i="0" sz="1100">
                <a:solidFill>
                  <a:srgbClr val="C55A11"/>
                </a:solidFill>
                <a:latin typeface="Calibri"/>
                <a:ea typeface="Calibri"/>
                <a:cs typeface="Calibri"/>
                <a:sym typeface="Calibri"/>
              </a:defRPr>
            </a:lvl1pPr>
            <a:lvl2pPr indent="0" lvl="1" marL="108585">
              <a:lnSpc>
                <a:spcPct val="104090"/>
              </a:lnSpc>
              <a:spcBef>
                <a:spcPts val="0"/>
              </a:spcBef>
              <a:buNone/>
              <a:defRPr b="1" i="0" sz="1100">
                <a:solidFill>
                  <a:srgbClr val="C55A11"/>
                </a:solidFill>
                <a:latin typeface="Calibri"/>
                <a:ea typeface="Calibri"/>
                <a:cs typeface="Calibri"/>
                <a:sym typeface="Calibri"/>
              </a:defRPr>
            </a:lvl2pPr>
            <a:lvl3pPr indent="0" lvl="2" marL="108585">
              <a:lnSpc>
                <a:spcPct val="104090"/>
              </a:lnSpc>
              <a:spcBef>
                <a:spcPts val="0"/>
              </a:spcBef>
              <a:buNone/>
              <a:defRPr b="1" i="0" sz="1100">
                <a:solidFill>
                  <a:srgbClr val="C55A11"/>
                </a:solidFill>
                <a:latin typeface="Calibri"/>
                <a:ea typeface="Calibri"/>
                <a:cs typeface="Calibri"/>
                <a:sym typeface="Calibri"/>
              </a:defRPr>
            </a:lvl3pPr>
            <a:lvl4pPr indent="0" lvl="3" marL="108585">
              <a:lnSpc>
                <a:spcPct val="104090"/>
              </a:lnSpc>
              <a:spcBef>
                <a:spcPts val="0"/>
              </a:spcBef>
              <a:buNone/>
              <a:defRPr b="1" i="0" sz="1100">
                <a:solidFill>
                  <a:srgbClr val="C55A11"/>
                </a:solidFill>
                <a:latin typeface="Calibri"/>
                <a:ea typeface="Calibri"/>
                <a:cs typeface="Calibri"/>
                <a:sym typeface="Calibri"/>
              </a:defRPr>
            </a:lvl4pPr>
            <a:lvl5pPr indent="0" lvl="4" marL="108585">
              <a:lnSpc>
                <a:spcPct val="104090"/>
              </a:lnSpc>
              <a:spcBef>
                <a:spcPts val="0"/>
              </a:spcBef>
              <a:buNone/>
              <a:defRPr b="1" i="0" sz="1100">
                <a:solidFill>
                  <a:srgbClr val="C55A11"/>
                </a:solidFill>
                <a:latin typeface="Calibri"/>
                <a:ea typeface="Calibri"/>
                <a:cs typeface="Calibri"/>
                <a:sym typeface="Calibri"/>
              </a:defRPr>
            </a:lvl5pPr>
            <a:lvl6pPr indent="0" lvl="5" marL="108585">
              <a:lnSpc>
                <a:spcPct val="104090"/>
              </a:lnSpc>
              <a:spcBef>
                <a:spcPts val="0"/>
              </a:spcBef>
              <a:buNone/>
              <a:defRPr b="1" i="0" sz="1100">
                <a:solidFill>
                  <a:srgbClr val="C55A11"/>
                </a:solidFill>
                <a:latin typeface="Calibri"/>
                <a:ea typeface="Calibri"/>
                <a:cs typeface="Calibri"/>
                <a:sym typeface="Calibri"/>
              </a:defRPr>
            </a:lvl6pPr>
            <a:lvl7pPr indent="0" lvl="6" marL="108585">
              <a:lnSpc>
                <a:spcPct val="104090"/>
              </a:lnSpc>
              <a:spcBef>
                <a:spcPts val="0"/>
              </a:spcBef>
              <a:buNone/>
              <a:defRPr b="1" i="0" sz="1100">
                <a:solidFill>
                  <a:srgbClr val="C55A11"/>
                </a:solidFill>
                <a:latin typeface="Calibri"/>
                <a:ea typeface="Calibri"/>
                <a:cs typeface="Calibri"/>
                <a:sym typeface="Calibri"/>
              </a:defRPr>
            </a:lvl7pPr>
            <a:lvl8pPr indent="0" lvl="7" marL="108585">
              <a:lnSpc>
                <a:spcPct val="104090"/>
              </a:lnSpc>
              <a:spcBef>
                <a:spcPts val="0"/>
              </a:spcBef>
              <a:buNone/>
              <a:defRPr b="1" i="0" sz="1100">
                <a:solidFill>
                  <a:srgbClr val="C55A11"/>
                </a:solidFill>
                <a:latin typeface="Calibri"/>
                <a:ea typeface="Calibri"/>
                <a:cs typeface="Calibri"/>
                <a:sym typeface="Calibri"/>
              </a:defRPr>
            </a:lvl8pPr>
            <a:lvl9pPr indent="0" lvl="8" marL="108585">
              <a:lnSpc>
                <a:spcPct val="104090"/>
              </a:lnSpc>
              <a:spcBef>
                <a:spcPts val="0"/>
              </a:spcBef>
              <a:buNone/>
              <a:defRPr b="1" i="0" sz="1100">
                <a:solidFill>
                  <a:srgbClr val="C55A11"/>
                </a:solidFill>
                <a:latin typeface="Calibri"/>
                <a:ea typeface="Calibri"/>
                <a:cs typeface="Calibri"/>
                <a:sym typeface="Calibri"/>
              </a:defRPr>
            </a:lvl9pPr>
          </a:lstStyle>
          <a:p>
            <a:pPr indent="0" lvl="0" marL="10858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5"/>
          <p:cNvSpPr txBox="1"/>
          <p:nvPr>
            <p:ph type="title"/>
          </p:nvPr>
        </p:nvSpPr>
        <p:spPr>
          <a:xfrm>
            <a:off x="635675" y="218882"/>
            <a:ext cx="8820109" cy="109196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rgbClr val="C00000"/>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5"/>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5"/>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lvl1pPr indent="0" lvl="0" marL="108585">
              <a:lnSpc>
                <a:spcPct val="104090"/>
              </a:lnSpc>
              <a:spcBef>
                <a:spcPts val="0"/>
              </a:spcBef>
              <a:buNone/>
              <a:defRPr b="1" i="0" sz="1100">
                <a:solidFill>
                  <a:srgbClr val="C55A11"/>
                </a:solidFill>
                <a:latin typeface="Calibri"/>
                <a:ea typeface="Calibri"/>
                <a:cs typeface="Calibri"/>
                <a:sym typeface="Calibri"/>
              </a:defRPr>
            </a:lvl1pPr>
            <a:lvl2pPr indent="0" lvl="1" marL="108585">
              <a:lnSpc>
                <a:spcPct val="104090"/>
              </a:lnSpc>
              <a:spcBef>
                <a:spcPts val="0"/>
              </a:spcBef>
              <a:buNone/>
              <a:defRPr b="1" i="0" sz="1100">
                <a:solidFill>
                  <a:srgbClr val="C55A11"/>
                </a:solidFill>
                <a:latin typeface="Calibri"/>
                <a:ea typeface="Calibri"/>
                <a:cs typeface="Calibri"/>
                <a:sym typeface="Calibri"/>
              </a:defRPr>
            </a:lvl2pPr>
            <a:lvl3pPr indent="0" lvl="2" marL="108585">
              <a:lnSpc>
                <a:spcPct val="104090"/>
              </a:lnSpc>
              <a:spcBef>
                <a:spcPts val="0"/>
              </a:spcBef>
              <a:buNone/>
              <a:defRPr b="1" i="0" sz="1100">
                <a:solidFill>
                  <a:srgbClr val="C55A11"/>
                </a:solidFill>
                <a:latin typeface="Calibri"/>
                <a:ea typeface="Calibri"/>
                <a:cs typeface="Calibri"/>
                <a:sym typeface="Calibri"/>
              </a:defRPr>
            </a:lvl3pPr>
            <a:lvl4pPr indent="0" lvl="3" marL="108585">
              <a:lnSpc>
                <a:spcPct val="104090"/>
              </a:lnSpc>
              <a:spcBef>
                <a:spcPts val="0"/>
              </a:spcBef>
              <a:buNone/>
              <a:defRPr b="1" i="0" sz="1100">
                <a:solidFill>
                  <a:srgbClr val="C55A11"/>
                </a:solidFill>
                <a:latin typeface="Calibri"/>
                <a:ea typeface="Calibri"/>
                <a:cs typeface="Calibri"/>
                <a:sym typeface="Calibri"/>
              </a:defRPr>
            </a:lvl4pPr>
            <a:lvl5pPr indent="0" lvl="4" marL="108585">
              <a:lnSpc>
                <a:spcPct val="104090"/>
              </a:lnSpc>
              <a:spcBef>
                <a:spcPts val="0"/>
              </a:spcBef>
              <a:buNone/>
              <a:defRPr b="1" i="0" sz="1100">
                <a:solidFill>
                  <a:srgbClr val="C55A11"/>
                </a:solidFill>
                <a:latin typeface="Calibri"/>
                <a:ea typeface="Calibri"/>
                <a:cs typeface="Calibri"/>
                <a:sym typeface="Calibri"/>
              </a:defRPr>
            </a:lvl5pPr>
            <a:lvl6pPr indent="0" lvl="5" marL="108585">
              <a:lnSpc>
                <a:spcPct val="104090"/>
              </a:lnSpc>
              <a:spcBef>
                <a:spcPts val="0"/>
              </a:spcBef>
              <a:buNone/>
              <a:defRPr b="1" i="0" sz="1100">
                <a:solidFill>
                  <a:srgbClr val="C55A11"/>
                </a:solidFill>
                <a:latin typeface="Calibri"/>
                <a:ea typeface="Calibri"/>
                <a:cs typeface="Calibri"/>
                <a:sym typeface="Calibri"/>
              </a:defRPr>
            </a:lvl6pPr>
            <a:lvl7pPr indent="0" lvl="6" marL="108585">
              <a:lnSpc>
                <a:spcPct val="104090"/>
              </a:lnSpc>
              <a:spcBef>
                <a:spcPts val="0"/>
              </a:spcBef>
              <a:buNone/>
              <a:defRPr b="1" i="0" sz="1100">
                <a:solidFill>
                  <a:srgbClr val="C55A11"/>
                </a:solidFill>
                <a:latin typeface="Calibri"/>
                <a:ea typeface="Calibri"/>
                <a:cs typeface="Calibri"/>
                <a:sym typeface="Calibri"/>
              </a:defRPr>
            </a:lvl7pPr>
            <a:lvl8pPr indent="0" lvl="7" marL="108585">
              <a:lnSpc>
                <a:spcPct val="104090"/>
              </a:lnSpc>
              <a:spcBef>
                <a:spcPts val="0"/>
              </a:spcBef>
              <a:buNone/>
              <a:defRPr b="1" i="0" sz="1100">
                <a:solidFill>
                  <a:srgbClr val="C55A11"/>
                </a:solidFill>
                <a:latin typeface="Calibri"/>
                <a:ea typeface="Calibri"/>
                <a:cs typeface="Calibri"/>
                <a:sym typeface="Calibri"/>
              </a:defRPr>
            </a:lvl8pPr>
            <a:lvl9pPr indent="0" lvl="8" marL="108585">
              <a:lnSpc>
                <a:spcPct val="104090"/>
              </a:lnSpc>
              <a:spcBef>
                <a:spcPts val="0"/>
              </a:spcBef>
              <a:buNone/>
              <a:defRPr b="1" i="0" sz="1100">
                <a:solidFill>
                  <a:srgbClr val="C55A11"/>
                </a:solidFill>
                <a:latin typeface="Calibri"/>
                <a:ea typeface="Calibri"/>
                <a:cs typeface="Calibri"/>
                <a:sym typeface="Calibri"/>
              </a:defRPr>
            </a:lvl9pPr>
          </a:lstStyle>
          <a:p>
            <a:pPr indent="0" lvl="0" marL="10858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6"/>
          <p:cNvSpPr txBox="1"/>
          <p:nvPr>
            <p:ph type="title"/>
          </p:nvPr>
        </p:nvSpPr>
        <p:spPr>
          <a:xfrm>
            <a:off x="635675" y="218882"/>
            <a:ext cx="8820109" cy="109196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rgbClr val="C00000"/>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lvl1pPr indent="0" lvl="0" marL="108585">
              <a:lnSpc>
                <a:spcPct val="104090"/>
              </a:lnSpc>
              <a:spcBef>
                <a:spcPts val="0"/>
              </a:spcBef>
              <a:buNone/>
              <a:defRPr b="1" i="0" sz="1100">
                <a:solidFill>
                  <a:srgbClr val="C55A11"/>
                </a:solidFill>
                <a:latin typeface="Calibri"/>
                <a:ea typeface="Calibri"/>
                <a:cs typeface="Calibri"/>
                <a:sym typeface="Calibri"/>
              </a:defRPr>
            </a:lvl1pPr>
            <a:lvl2pPr indent="0" lvl="1" marL="108585">
              <a:lnSpc>
                <a:spcPct val="104090"/>
              </a:lnSpc>
              <a:spcBef>
                <a:spcPts val="0"/>
              </a:spcBef>
              <a:buNone/>
              <a:defRPr b="1" i="0" sz="1100">
                <a:solidFill>
                  <a:srgbClr val="C55A11"/>
                </a:solidFill>
                <a:latin typeface="Calibri"/>
                <a:ea typeface="Calibri"/>
                <a:cs typeface="Calibri"/>
                <a:sym typeface="Calibri"/>
              </a:defRPr>
            </a:lvl2pPr>
            <a:lvl3pPr indent="0" lvl="2" marL="108585">
              <a:lnSpc>
                <a:spcPct val="104090"/>
              </a:lnSpc>
              <a:spcBef>
                <a:spcPts val="0"/>
              </a:spcBef>
              <a:buNone/>
              <a:defRPr b="1" i="0" sz="1100">
                <a:solidFill>
                  <a:srgbClr val="C55A11"/>
                </a:solidFill>
                <a:latin typeface="Calibri"/>
                <a:ea typeface="Calibri"/>
                <a:cs typeface="Calibri"/>
                <a:sym typeface="Calibri"/>
              </a:defRPr>
            </a:lvl3pPr>
            <a:lvl4pPr indent="0" lvl="3" marL="108585">
              <a:lnSpc>
                <a:spcPct val="104090"/>
              </a:lnSpc>
              <a:spcBef>
                <a:spcPts val="0"/>
              </a:spcBef>
              <a:buNone/>
              <a:defRPr b="1" i="0" sz="1100">
                <a:solidFill>
                  <a:srgbClr val="C55A11"/>
                </a:solidFill>
                <a:latin typeface="Calibri"/>
                <a:ea typeface="Calibri"/>
                <a:cs typeface="Calibri"/>
                <a:sym typeface="Calibri"/>
              </a:defRPr>
            </a:lvl4pPr>
            <a:lvl5pPr indent="0" lvl="4" marL="108585">
              <a:lnSpc>
                <a:spcPct val="104090"/>
              </a:lnSpc>
              <a:spcBef>
                <a:spcPts val="0"/>
              </a:spcBef>
              <a:buNone/>
              <a:defRPr b="1" i="0" sz="1100">
                <a:solidFill>
                  <a:srgbClr val="C55A11"/>
                </a:solidFill>
                <a:latin typeface="Calibri"/>
                <a:ea typeface="Calibri"/>
                <a:cs typeface="Calibri"/>
                <a:sym typeface="Calibri"/>
              </a:defRPr>
            </a:lvl5pPr>
            <a:lvl6pPr indent="0" lvl="5" marL="108585">
              <a:lnSpc>
                <a:spcPct val="104090"/>
              </a:lnSpc>
              <a:spcBef>
                <a:spcPts val="0"/>
              </a:spcBef>
              <a:buNone/>
              <a:defRPr b="1" i="0" sz="1100">
                <a:solidFill>
                  <a:srgbClr val="C55A11"/>
                </a:solidFill>
                <a:latin typeface="Calibri"/>
                <a:ea typeface="Calibri"/>
                <a:cs typeface="Calibri"/>
                <a:sym typeface="Calibri"/>
              </a:defRPr>
            </a:lvl6pPr>
            <a:lvl7pPr indent="0" lvl="6" marL="108585">
              <a:lnSpc>
                <a:spcPct val="104090"/>
              </a:lnSpc>
              <a:spcBef>
                <a:spcPts val="0"/>
              </a:spcBef>
              <a:buNone/>
              <a:defRPr b="1" i="0" sz="1100">
                <a:solidFill>
                  <a:srgbClr val="C55A11"/>
                </a:solidFill>
                <a:latin typeface="Calibri"/>
                <a:ea typeface="Calibri"/>
                <a:cs typeface="Calibri"/>
                <a:sym typeface="Calibri"/>
              </a:defRPr>
            </a:lvl7pPr>
            <a:lvl8pPr indent="0" lvl="7" marL="108585">
              <a:lnSpc>
                <a:spcPct val="104090"/>
              </a:lnSpc>
              <a:spcBef>
                <a:spcPts val="0"/>
              </a:spcBef>
              <a:buNone/>
              <a:defRPr b="1" i="0" sz="1100">
                <a:solidFill>
                  <a:srgbClr val="C55A11"/>
                </a:solidFill>
                <a:latin typeface="Calibri"/>
                <a:ea typeface="Calibri"/>
                <a:cs typeface="Calibri"/>
                <a:sym typeface="Calibri"/>
              </a:defRPr>
            </a:lvl8pPr>
            <a:lvl9pPr indent="0" lvl="8" marL="108585">
              <a:lnSpc>
                <a:spcPct val="104090"/>
              </a:lnSpc>
              <a:spcBef>
                <a:spcPts val="0"/>
              </a:spcBef>
              <a:buNone/>
              <a:defRPr b="1" i="0" sz="1100">
                <a:solidFill>
                  <a:srgbClr val="C55A11"/>
                </a:solidFill>
                <a:latin typeface="Calibri"/>
                <a:ea typeface="Calibri"/>
                <a:cs typeface="Calibri"/>
                <a:sym typeface="Calibri"/>
              </a:defRPr>
            </a:lvl9pPr>
          </a:lstStyle>
          <a:p>
            <a:pPr indent="0" lvl="0" marL="108585"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35675" y="218882"/>
            <a:ext cx="8820109" cy="109196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600" u="none" cap="none" strike="noStrike">
                <a:solidFill>
                  <a:srgbClr val="C00000"/>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986467" y="1383665"/>
            <a:ext cx="10274935" cy="368300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000" u="none" cap="none" strike="noStrike">
                <a:solidFill>
                  <a:schemeClr val="hlink"/>
                </a:solidFill>
                <a:latin typeface="Times New Roman"/>
                <a:ea typeface="Times New Roman"/>
                <a:cs typeface="Times New Roman"/>
                <a:sym typeface="Times New Roman"/>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1"/>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lvl1pPr indent="0" lvl="0" marL="108585">
              <a:lnSpc>
                <a:spcPct val="104090"/>
              </a:lnSpc>
              <a:spcBef>
                <a:spcPts val="0"/>
              </a:spcBef>
              <a:buNone/>
              <a:defRPr b="1" i="0" sz="1100">
                <a:solidFill>
                  <a:srgbClr val="C55A11"/>
                </a:solidFill>
                <a:latin typeface="Calibri"/>
                <a:ea typeface="Calibri"/>
                <a:cs typeface="Calibri"/>
                <a:sym typeface="Calibri"/>
              </a:defRPr>
            </a:lvl1pPr>
            <a:lvl2pPr indent="0" lvl="1" marL="108585">
              <a:lnSpc>
                <a:spcPct val="104090"/>
              </a:lnSpc>
              <a:spcBef>
                <a:spcPts val="0"/>
              </a:spcBef>
              <a:buNone/>
              <a:defRPr b="1" i="0" sz="1100">
                <a:solidFill>
                  <a:srgbClr val="C55A11"/>
                </a:solidFill>
                <a:latin typeface="Calibri"/>
                <a:ea typeface="Calibri"/>
                <a:cs typeface="Calibri"/>
                <a:sym typeface="Calibri"/>
              </a:defRPr>
            </a:lvl2pPr>
            <a:lvl3pPr indent="0" lvl="2" marL="108585">
              <a:lnSpc>
                <a:spcPct val="104090"/>
              </a:lnSpc>
              <a:spcBef>
                <a:spcPts val="0"/>
              </a:spcBef>
              <a:buNone/>
              <a:defRPr b="1" i="0" sz="1100">
                <a:solidFill>
                  <a:srgbClr val="C55A11"/>
                </a:solidFill>
                <a:latin typeface="Calibri"/>
                <a:ea typeface="Calibri"/>
                <a:cs typeface="Calibri"/>
                <a:sym typeface="Calibri"/>
              </a:defRPr>
            </a:lvl3pPr>
            <a:lvl4pPr indent="0" lvl="3" marL="108585">
              <a:lnSpc>
                <a:spcPct val="104090"/>
              </a:lnSpc>
              <a:spcBef>
                <a:spcPts val="0"/>
              </a:spcBef>
              <a:buNone/>
              <a:defRPr b="1" i="0" sz="1100">
                <a:solidFill>
                  <a:srgbClr val="C55A11"/>
                </a:solidFill>
                <a:latin typeface="Calibri"/>
                <a:ea typeface="Calibri"/>
                <a:cs typeface="Calibri"/>
                <a:sym typeface="Calibri"/>
              </a:defRPr>
            </a:lvl4pPr>
            <a:lvl5pPr indent="0" lvl="4" marL="108585">
              <a:lnSpc>
                <a:spcPct val="104090"/>
              </a:lnSpc>
              <a:spcBef>
                <a:spcPts val="0"/>
              </a:spcBef>
              <a:buNone/>
              <a:defRPr b="1" i="0" sz="1100">
                <a:solidFill>
                  <a:srgbClr val="C55A11"/>
                </a:solidFill>
                <a:latin typeface="Calibri"/>
                <a:ea typeface="Calibri"/>
                <a:cs typeface="Calibri"/>
                <a:sym typeface="Calibri"/>
              </a:defRPr>
            </a:lvl5pPr>
            <a:lvl6pPr indent="0" lvl="5" marL="108585">
              <a:lnSpc>
                <a:spcPct val="104090"/>
              </a:lnSpc>
              <a:spcBef>
                <a:spcPts val="0"/>
              </a:spcBef>
              <a:buNone/>
              <a:defRPr b="1" i="0" sz="1100">
                <a:solidFill>
                  <a:srgbClr val="C55A11"/>
                </a:solidFill>
                <a:latin typeface="Calibri"/>
                <a:ea typeface="Calibri"/>
                <a:cs typeface="Calibri"/>
                <a:sym typeface="Calibri"/>
              </a:defRPr>
            </a:lvl6pPr>
            <a:lvl7pPr indent="0" lvl="6" marL="108585">
              <a:lnSpc>
                <a:spcPct val="104090"/>
              </a:lnSpc>
              <a:spcBef>
                <a:spcPts val="0"/>
              </a:spcBef>
              <a:buNone/>
              <a:defRPr b="1" i="0" sz="1100">
                <a:solidFill>
                  <a:srgbClr val="C55A11"/>
                </a:solidFill>
                <a:latin typeface="Calibri"/>
                <a:ea typeface="Calibri"/>
                <a:cs typeface="Calibri"/>
                <a:sym typeface="Calibri"/>
              </a:defRPr>
            </a:lvl7pPr>
            <a:lvl8pPr indent="0" lvl="7" marL="108585">
              <a:lnSpc>
                <a:spcPct val="104090"/>
              </a:lnSpc>
              <a:spcBef>
                <a:spcPts val="0"/>
              </a:spcBef>
              <a:buNone/>
              <a:defRPr b="1" i="0" sz="1100">
                <a:solidFill>
                  <a:srgbClr val="C55A11"/>
                </a:solidFill>
                <a:latin typeface="Calibri"/>
                <a:ea typeface="Calibri"/>
                <a:cs typeface="Calibri"/>
                <a:sym typeface="Calibri"/>
              </a:defRPr>
            </a:lvl8pPr>
            <a:lvl9pPr indent="0" lvl="8" marL="108585">
              <a:lnSpc>
                <a:spcPct val="104090"/>
              </a:lnSpc>
              <a:spcBef>
                <a:spcPts val="0"/>
              </a:spcBef>
              <a:buNone/>
              <a:defRPr b="1" i="0" sz="1100">
                <a:solidFill>
                  <a:srgbClr val="C55A11"/>
                </a:solidFill>
                <a:latin typeface="Calibri"/>
                <a:ea typeface="Calibri"/>
                <a:cs typeface="Calibri"/>
                <a:sym typeface="Calibri"/>
              </a:defRPr>
            </a:lvl9pPr>
          </a:lstStyle>
          <a:p>
            <a:pPr indent="0" lvl="0" marL="108585"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 name="Shape 47"/>
        <p:cNvGrpSpPr/>
        <p:nvPr/>
      </p:nvGrpSpPr>
      <p:grpSpPr>
        <a:xfrm>
          <a:off x="0" y="0"/>
          <a:ext cx="0" cy="0"/>
          <a:chOff x="0" y="0"/>
          <a:chExt cx="0" cy="0"/>
        </a:xfrm>
      </p:grpSpPr>
      <p:sp>
        <p:nvSpPr>
          <p:cNvPr id="48" name="Google Shape;48;p7"/>
          <p:cNvSpPr/>
          <p:nvPr/>
        </p:nvSpPr>
        <p:spPr>
          <a:xfrm>
            <a:off x="258414" y="1587546"/>
            <a:ext cx="11697335" cy="35560"/>
          </a:xfrm>
          <a:custGeom>
            <a:rect b="b" l="l" r="r" t="t"/>
            <a:pathLst>
              <a:path extrusionOk="0" h="35559" w="11697335">
                <a:moveTo>
                  <a:pt x="0" y="0"/>
                </a:moveTo>
                <a:lnTo>
                  <a:pt x="11697300" y="35099"/>
                </a:lnTo>
              </a:path>
            </a:pathLst>
          </a:custGeom>
          <a:noFill/>
          <a:ln cap="flat" cmpd="sng" w="28550">
            <a:solidFill>
              <a:srgbClr val="5B9BD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9" name="Google Shape;49;p7"/>
          <p:cNvSpPr txBox="1"/>
          <p:nvPr/>
        </p:nvSpPr>
        <p:spPr>
          <a:xfrm>
            <a:off x="1143000" y="2222026"/>
            <a:ext cx="10287000" cy="9978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3200"/>
              <a:t>Precision Crop Recommender Using Deep Learning and Geospatial Intelligence</a:t>
            </a:r>
            <a:endParaRPr sz="3200"/>
          </a:p>
        </p:txBody>
      </p:sp>
      <p:sp>
        <p:nvSpPr>
          <p:cNvPr id="50" name="Google Shape;50;p7"/>
          <p:cNvSpPr txBox="1"/>
          <p:nvPr/>
        </p:nvSpPr>
        <p:spPr>
          <a:xfrm>
            <a:off x="1143000" y="3973448"/>
            <a:ext cx="6629400" cy="2237100"/>
          </a:xfrm>
          <a:prstGeom prst="rect">
            <a:avLst/>
          </a:prstGeom>
          <a:noFill/>
          <a:ln>
            <a:noFill/>
          </a:ln>
        </p:spPr>
        <p:txBody>
          <a:bodyPr anchorCtr="0" anchor="t" bIns="0" lIns="0" spcFirstLastPara="1" rIns="0" wrap="square" tIns="12700">
            <a:spAutoFit/>
          </a:bodyPr>
          <a:lstStyle/>
          <a:p>
            <a:pPr indent="-1155700" lvl="0" marL="1155700" marR="5080" rtl="0" algn="l">
              <a:lnSpc>
                <a:spcPct val="100000"/>
              </a:lnSpc>
              <a:spcBef>
                <a:spcPts val="0"/>
              </a:spcBef>
              <a:spcAft>
                <a:spcPts val="0"/>
              </a:spcAft>
              <a:buNone/>
            </a:pPr>
            <a:r>
              <a:rPr b="1" lang="en-US" sz="2000">
                <a:solidFill>
                  <a:schemeClr val="dk1"/>
                </a:solidFill>
                <a:latin typeface="Times New Roman"/>
                <a:ea typeface="Times New Roman"/>
                <a:cs typeface="Times New Roman"/>
                <a:sym typeface="Times New Roman"/>
              </a:rPr>
              <a:t>Team Member :</a:t>
            </a:r>
            <a:endParaRPr/>
          </a:p>
          <a:p>
            <a:pPr indent="20955" lvl="0" marL="12700" marR="6350" rtl="0" algn="l">
              <a:lnSpc>
                <a:spcPct val="100000"/>
              </a:lnSpc>
              <a:spcBef>
                <a:spcPts val="1680"/>
              </a:spcBef>
              <a:spcAft>
                <a:spcPts val="0"/>
              </a:spcAft>
              <a:buNone/>
            </a:pPr>
            <a:r>
              <a:rPr lang="en-US" sz="2000">
                <a:solidFill>
                  <a:schemeClr val="dk1"/>
                </a:solidFill>
                <a:latin typeface="Times New Roman"/>
                <a:ea typeface="Times New Roman"/>
                <a:cs typeface="Times New Roman"/>
                <a:sym typeface="Times New Roman"/>
              </a:rPr>
              <a:t>Balamurugan</a:t>
            </a:r>
            <a:r>
              <a:rPr lang="en-US" sz="2000">
                <a:solidFill>
                  <a:schemeClr val="dk1"/>
                </a:solidFill>
                <a:latin typeface="Times New Roman"/>
                <a:ea typeface="Times New Roman"/>
                <a:cs typeface="Times New Roman"/>
                <a:sym typeface="Times New Roman"/>
              </a:rPr>
              <a:t>  – 711722244011</a:t>
            </a:r>
            <a:endParaRPr/>
          </a:p>
          <a:p>
            <a:pPr indent="20955" lvl="0" marL="12700" marR="6350" rtl="0" algn="l">
              <a:lnSpc>
                <a:spcPct val="100000"/>
              </a:lnSpc>
              <a:spcBef>
                <a:spcPts val="1680"/>
              </a:spcBef>
              <a:spcAft>
                <a:spcPts val="0"/>
              </a:spcAft>
              <a:buNone/>
            </a:pPr>
            <a:r>
              <a:rPr lang="en-US" sz="2000">
                <a:solidFill>
                  <a:schemeClr val="dk1"/>
                </a:solidFill>
                <a:latin typeface="Times New Roman"/>
                <a:ea typeface="Times New Roman"/>
                <a:cs typeface="Times New Roman"/>
                <a:sym typeface="Times New Roman"/>
              </a:rPr>
              <a:t>Logeshwaran</a:t>
            </a:r>
            <a:r>
              <a:rPr lang="en-US" sz="2000">
                <a:solidFill>
                  <a:schemeClr val="dk1"/>
                </a:solidFill>
                <a:latin typeface="Times New Roman"/>
                <a:ea typeface="Times New Roman"/>
                <a:cs typeface="Times New Roman"/>
                <a:sym typeface="Times New Roman"/>
              </a:rPr>
              <a:t> – 711722244030</a:t>
            </a:r>
            <a:endParaRPr/>
          </a:p>
          <a:p>
            <a:pPr indent="20955" lvl="0" marL="12700" marR="6350" rtl="0" algn="l">
              <a:lnSpc>
                <a:spcPct val="100000"/>
              </a:lnSpc>
              <a:spcBef>
                <a:spcPts val="1680"/>
              </a:spcBef>
              <a:spcAft>
                <a:spcPts val="0"/>
              </a:spcAft>
              <a:buNone/>
            </a:pPr>
            <a:r>
              <a:rPr lang="en-US" sz="2000">
                <a:solidFill>
                  <a:schemeClr val="dk1"/>
                </a:solidFill>
                <a:latin typeface="Times New Roman"/>
                <a:ea typeface="Times New Roman"/>
                <a:cs typeface="Times New Roman"/>
                <a:sym typeface="Times New Roman"/>
              </a:rPr>
              <a:t>Sanjeev AV   – </a:t>
            </a:r>
            <a:r>
              <a:rPr lang="en-US" sz="2000">
                <a:solidFill>
                  <a:schemeClr val="dk1"/>
                </a:solidFill>
                <a:latin typeface="Times New Roman"/>
                <a:ea typeface="Times New Roman"/>
                <a:cs typeface="Times New Roman"/>
                <a:sym typeface="Times New Roman"/>
              </a:rPr>
              <a:t> 711722244305</a:t>
            </a:r>
            <a:endParaRPr/>
          </a:p>
          <a:p>
            <a:pPr indent="20955" lvl="0" marL="12700" marR="6350" rtl="0" algn="l">
              <a:lnSpc>
                <a:spcPct val="100000"/>
              </a:lnSpc>
              <a:spcBef>
                <a:spcPts val="300"/>
              </a:spcBef>
              <a:spcAft>
                <a:spcPts val="0"/>
              </a:spcAft>
              <a:buNone/>
            </a:pPr>
            <a:r>
              <a:rPr lang="en-US"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p:txBody>
      </p:sp>
      <p:graphicFrame>
        <p:nvGraphicFramePr>
          <p:cNvPr id="51" name="Google Shape;51;p7"/>
          <p:cNvGraphicFramePr/>
          <p:nvPr/>
        </p:nvGraphicFramePr>
        <p:xfrm>
          <a:off x="658781" y="228600"/>
          <a:ext cx="3000000" cy="3000000"/>
        </p:xfrm>
        <a:graphic>
          <a:graphicData uri="http://schemas.openxmlformats.org/drawingml/2006/table">
            <a:tbl>
              <a:tblPr bandRow="1" firstCol="1" firstRow="1">
                <a:noFill/>
                <a:tableStyleId>{54454837-4BC9-4536-82D9-41687BA5017D}</a:tableStyleId>
              </a:tblPr>
              <a:tblGrid>
                <a:gridCol w="1586550"/>
                <a:gridCol w="7673375"/>
                <a:gridCol w="1636675"/>
              </a:tblGrid>
              <a:tr h="1262300">
                <a:tc>
                  <a:txBody>
                    <a:bodyPr/>
                    <a:lstStyle/>
                    <a:p>
                      <a:pPr indent="0" lvl="0" marL="0" marR="0" rtl="0" algn="ctr">
                        <a:spcBef>
                          <a:spcPts val="0"/>
                        </a:spcBef>
                        <a:spcAft>
                          <a:spcPts val="0"/>
                        </a:spcAft>
                        <a:buNone/>
                      </a:pPr>
                      <a:r>
                        <a:t/>
                      </a:r>
                      <a:endParaRPr sz="900" u="none" cap="none" strike="noStrike">
                        <a:latin typeface="Book Antiqua"/>
                        <a:ea typeface="Book Antiqua"/>
                        <a:cs typeface="Book Antiqua"/>
                        <a:sym typeface="Book Antiqua"/>
                      </a:endParaRPr>
                    </a:p>
                  </a:txBody>
                  <a:tcPr marT="0" marB="0" marR="61225" marL="61225"/>
                </a:tc>
                <a:tc>
                  <a:txBody>
                    <a:bodyPr/>
                    <a:lstStyle/>
                    <a:p>
                      <a:pPr indent="0" lvl="0" marL="0" marR="0" rtl="0" algn="ctr">
                        <a:spcBef>
                          <a:spcPts val="0"/>
                        </a:spcBef>
                        <a:spcAft>
                          <a:spcPts val="0"/>
                        </a:spcAft>
                        <a:buNone/>
                      </a:pPr>
                      <a:r>
                        <a:rPr lang="en-US" sz="2000" u="none" cap="none" strike="noStrike">
                          <a:solidFill>
                            <a:schemeClr val="lt1"/>
                          </a:solidFill>
                          <a:latin typeface="Times New Roman"/>
                          <a:ea typeface="Times New Roman"/>
                          <a:cs typeface="Times New Roman"/>
                          <a:sym typeface="Times New Roman"/>
                        </a:rPr>
                        <a:t>KGiSL Institute of Technology</a:t>
                      </a:r>
                      <a:endParaRPr sz="2000" u="none" cap="none" strike="noStrike">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lang="en-US" sz="1200" u="none" cap="none" strike="noStrike">
                          <a:solidFill>
                            <a:schemeClr val="lt1"/>
                          </a:solidFill>
                          <a:latin typeface="Times New Roman"/>
                          <a:ea typeface="Times New Roman"/>
                          <a:cs typeface="Times New Roman"/>
                          <a:sym typeface="Times New Roman"/>
                        </a:rPr>
                        <a:t>(An Autonomous Institution)</a:t>
                      </a:r>
                      <a:endParaRPr sz="1200" u="none" cap="none" strike="noStrike">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lang="en-US" sz="1200" u="none" cap="none" strike="noStrike">
                          <a:solidFill>
                            <a:schemeClr val="lt1"/>
                          </a:solidFill>
                          <a:latin typeface="Times New Roman"/>
                          <a:ea typeface="Times New Roman"/>
                          <a:cs typeface="Times New Roman"/>
                          <a:sym typeface="Times New Roman"/>
                        </a:rPr>
                        <a:t>A</a:t>
                      </a:r>
                      <a:fld id="{00000000-1234-1234-1234-123412341234}" type="slidenum">
                        <a:rPr lang="en-US" sz="1200" u="none" cap="none" strike="noStrike">
                          <a:solidFill>
                            <a:schemeClr val="lt1"/>
                          </a:solidFill>
                          <a:latin typeface="Times New Roman"/>
                          <a:ea typeface="Times New Roman"/>
                          <a:cs typeface="Times New Roman"/>
                          <a:sym typeface="Times New Roman"/>
                        </a:rPr>
                        <a:t>‹#›</a:t>
                      </a:fld>
                      <a:r>
                        <a:rPr lang="en-US" sz="1200" u="none" cap="none" strike="noStrike">
                          <a:solidFill>
                            <a:schemeClr val="lt1"/>
                          </a:solidFill>
                          <a:latin typeface="Times New Roman"/>
                          <a:ea typeface="Times New Roman"/>
                          <a:cs typeface="Times New Roman"/>
                          <a:sym typeface="Times New Roman"/>
                        </a:rPr>
                        <a:t>ffiliated to Anna University, Approved by AICTE, Recognized by UGC,</a:t>
                      </a:r>
                      <a:endParaRPr sz="1200" u="none" cap="none" strike="noStrike">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lang="en-US" sz="1200" u="none" cap="none" strike="noStrike">
                          <a:solidFill>
                            <a:schemeClr val="lt1"/>
                          </a:solidFill>
                          <a:latin typeface="Times New Roman"/>
                          <a:ea typeface="Times New Roman"/>
                          <a:cs typeface="Times New Roman"/>
                          <a:sym typeface="Times New Roman"/>
                        </a:rPr>
                        <a:t> Accredited by NAAC &amp; NBA (B.E-CSE,B.E-ECE, B.Tech-IT),</a:t>
                      </a:r>
                      <a:endParaRPr sz="1200" u="none" cap="none" strike="noStrike">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lang="en-US" sz="1200" u="none" cap="none" strike="noStrike">
                          <a:solidFill>
                            <a:schemeClr val="lt1"/>
                          </a:solidFill>
                          <a:latin typeface="Times New Roman"/>
                          <a:ea typeface="Times New Roman"/>
                          <a:cs typeface="Times New Roman"/>
                          <a:sym typeface="Times New Roman"/>
                        </a:rPr>
                        <a:t>365, KGiSL Campus, Thudiyalur Road, Saravanampatti, Coimbatore – 641035.</a:t>
                      </a:r>
                      <a:endParaRPr sz="1200" u="none" cap="none" strike="noStrike">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lang="en-US" sz="100" u="none" cap="none" strike="noStrike"/>
                        <a:t> </a:t>
                      </a:r>
                      <a:endParaRPr sz="1000" u="none" cap="none" strike="noStrike">
                        <a:latin typeface="Calibri"/>
                        <a:ea typeface="Calibri"/>
                        <a:cs typeface="Calibri"/>
                        <a:sym typeface="Calibri"/>
                      </a:endParaRPr>
                    </a:p>
                  </a:txBody>
                  <a:tcPr marT="0" marB="0" marR="61225" marL="61225"/>
                </a:tc>
                <a:tc>
                  <a:txBody>
                    <a:bodyPr/>
                    <a:lstStyle/>
                    <a:p>
                      <a:pPr indent="0" lvl="0" marL="0" marR="0" rtl="0" algn="ctr">
                        <a:spcBef>
                          <a:spcPts val="0"/>
                        </a:spcBef>
                        <a:spcAft>
                          <a:spcPts val="0"/>
                        </a:spcAft>
                        <a:buNone/>
                      </a:pPr>
                      <a:r>
                        <a:t/>
                      </a:r>
                      <a:endParaRPr sz="900" u="none" cap="none" strike="noStrike">
                        <a:latin typeface="Book Antiqua"/>
                        <a:ea typeface="Book Antiqua"/>
                        <a:cs typeface="Book Antiqua"/>
                        <a:sym typeface="Book Antiqua"/>
                      </a:endParaRPr>
                    </a:p>
                  </a:txBody>
                  <a:tcPr marT="0" marB="0" marR="61225" marL="61225"/>
                </a:tc>
              </a:tr>
            </a:tbl>
          </a:graphicData>
        </a:graphic>
      </p:graphicFrame>
      <p:pic>
        <p:nvPicPr>
          <p:cNvPr descr="Description: C:\Users\903870\Downloads\Grade-A-NAACc-Badge.png" id="52" name="Google Shape;52;p7"/>
          <p:cNvPicPr preferRelativeResize="0"/>
          <p:nvPr/>
        </p:nvPicPr>
        <p:blipFill rotWithShape="1">
          <a:blip r:embed="rId3">
            <a:alphaModFix/>
          </a:blip>
          <a:srcRect b="0" l="0" r="0" t="0"/>
          <a:stretch/>
        </p:blipFill>
        <p:spPr>
          <a:xfrm>
            <a:off x="10220294" y="335280"/>
            <a:ext cx="1129046" cy="1155612"/>
          </a:xfrm>
          <a:prstGeom prst="rect">
            <a:avLst/>
          </a:prstGeom>
          <a:noFill/>
          <a:ln>
            <a:noFill/>
          </a:ln>
        </p:spPr>
      </p:pic>
      <p:pic>
        <p:nvPicPr>
          <p:cNvPr id="53" name="Google Shape;53;p7"/>
          <p:cNvPicPr preferRelativeResize="0"/>
          <p:nvPr/>
        </p:nvPicPr>
        <p:blipFill rotWithShape="1">
          <a:blip r:embed="rId4">
            <a:alphaModFix/>
          </a:blip>
          <a:srcRect b="0" l="0" r="0" t="0"/>
          <a:stretch/>
        </p:blipFill>
        <p:spPr>
          <a:xfrm>
            <a:off x="762000" y="464774"/>
            <a:ext cx="1474819" cy="823312"/>
          </a:xfrm>
          <a:prstGeom prst="rect">
            <a:avLst/>
          </a:prstGeom>
          <a:noFill/>
          <a:ln>
            <a:noFill/>
          </a:ln>
        </p:spPr>
      </p:pic>
      <p:sp>
        <p:nvSpPr>
          <p:cNvPr id="54" name="Google Shape;54;p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8/17/2025</a:t>
            </a:r>
            <a:endParaRPr/>
          </a:p>
        </p:txBody>
      </p:sp>
      <p:sp>
        <p:nvSpPr>
          <p:cNvPr id="55" name="Google Shape;55;p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t/>
            </a:r>
            <a:endParaRPr/>
          </a:p>
        </p:txBody>
      </p:sp>
      <p:sp>
        <p:nvSpPr>
          <p:cNvPr id="56" name="Google Shape;56;p7"/>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p>
            <a:pPr indent="0" lvl="0" marL="108585" rtl="0" algn="l">
              <a:lnSpc>
                <a:spcPct val="104090"/>
              </a:lnSpc>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0" name="Shape 60"/>
        <p:cNvGrpSpPr/>
        <p:nvPr/>
      </p:nvGrpSpPr>
      <p:grpSpPr>
        <a:xfrm>
          <a:off x="0" y="0"/>
          <a:ext cx="0" cy="0"/>
          <a:chOff x="0" y="0"/>
          <a:chExt cx="0" cy="0"/>
        </a:xfrm>
      </p:grpSpPr>
      <p:sp>
        <p:nvSpPr>
          <p:cNvPr id="61" name="Google Shape;61;p8"/>
          <p:cNvSpPr txBox="1"/>
          <p:nvPr>
            <p:ph type="title"/>
          </p:nvPr>
        </p:nvSpPr>
        <p:spPr>
          <a:xfrm>
            <a:off x="635675" y="218882"/>
            <a:ext cx="9575125" cy="1091964"/>
          </a:xfrm>
          <a:prstGeom prst="rect">
            <a:avLst/>
          </a:prstGeom>
          <a:noFill/>
          <a:ln>
            <a:noFill/>
          </a:ln>
        </p:spPr>
        <p:txBody>
          <a:bodyPr anchorCtr="0" anchor="t" bIns="0" lIns="0" spcFirstLastPara="1" rIns="0" wrap="square" tIns="500000">
            <a:spAutoFit/>
          </a:bodyPr>
          <a:lstStyle/>
          <a:p>
            <a:pPr indent="0" lvl="0" marL="287655" rtl="0" algn="ctr">
              <a:lnSpc>
                <a:spcPct val="100000"/>
              </a:lnSpc>
              <a:spcBef>
                <a:spcPts val="0"/>
              </a:spcBef>
              <a:spcAft>
                <a:spcPts val="0"/>
              </a:spcAft>
              <a:buNone/>
            </a:pPr>
            <a:r>
              <a:rPr lang="en-US"/>
              <a:t>Problem Statement</a:t>
            </a:r>
            <a:endParaRPr/>
          </a:p>
        </p:txBody>
      </p:sp>
      <p:pic>
        <p:nvPicPr>
          <p:cNvPr id="62" name="Google Shape;62;p8"/>
          <p:cNvPicPr preferRelativeResize="0"/>
          <p:nvPr/>
        </p:nvPicPr>
        <p:blipFill rotWithShape="1">
          <a:blip r:embed="rId3">
            <a:alphaModFix/>
          </a:blip>
          <a:srcRect b="0" l="0" r="0" t="0"/>
          <a:stretch/>
        </p:blipFill>
        <p:spPr>
          <a:xfrm>
            <a:off x="10347960" y="52387"/>
            <a:ext cx="933450" cy="809625"/>
          </a:xfrm>
          <a:prstGeom prst="rect">
            <a:avLst/>
          </a:prstGeom>
          <a:noFill/>
          <a:ln>
            <a:noFill/>
          </a:ln>
        </p:spPr>
      </p:pic>
      <p:sp>
        <p:nvSpPr>
          <p:cNvPr id="63" name="Google Shape;63;p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8/17/2025</a:t>
            </a:r>
            <a:endParaRPr/>
          </a:p>
        </p:txBody>
      </p:sp>
      <p:sp>
        <p:nvSpPr>
          <p:cNvPr id="64" name="Google Shape;64;p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t/>
            </a:r>
            <a:endParaRPr/>
          </a:p>
        </p:txBody>
      </p:sp>
      <p:sp>
        <p:nvSpPr>
          <p:cNvPr id="65" name="Google Shape;65;p8"/>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p>
            <a:pPr indent="0" lvl="0" marL="108585" rtl="0" algn="l">
              <a:lnSpc>
                <a:spcPct val="104090"/>
              </a:lnSpc>
              <a:spcBef>
                <a:spcPts val="0"/>
              </a:spcBef>
              <a:spcAft>
                <a:spcPts val="0"/>
              </a:spcAft>
              <a:buNone/>
            </a:pPr>
            <a:fld id="{00000000-1234-1234-1234-123412341234}" type="slidenum">
              <a:rPr lang="en-US"/>
              <a:t>‹#›</a:t>
            </a:fld>
            <a:endParaRPr/>
          </a:p>
        </p:txBody>
      </p:sp>
      <p:sp>
        <p:nvSpPr>
          <p:cNvPr id="66" name="Google Shape;66;p8"/>
          <p:cNvSpPr txBox="1"/>
          <p:nvPr/>
        </p:nvSpPr>
        <p:spPr>
          <a:xfrm>
            <a:off x="1371600" y="1536068"/>
            <a:ext cx="9144000" cy="36942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None/>
            </a:pPr>
            <a:r>
              <a:rPr lang="en-US" sz="1800"/>
              <a:t>Agriculture faces challenges in optimal crop selection due to reliance on traditional knowledge rather than data-driven decisions. Farmers and landowners lack accessible location-specific agricultural intelligence, leading to suboptimal yields and resource inefficiency. Current systems require extensive manual data entry or expensive IoT infrastructure, creating adoption barriers. Additionally, most platforms lack intuitive visualization interfaces for communicating complex agricultural parameters to diverse users. This gap necessitates an intelligent, automated system leveraging geospatial technology to provide location-based crop recommendations without requiring manual inputs or sensor deployment.</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0" name="Shape 70"/>
        <p:cNvGrpSpPr/>
        <p:nvPr/>
      </p:nvGrpSpPr>
      <p:grpSpPr>
        <a:xfrm>
          <a:off x="0" y="0"/>
          <a:ext cx="0" cy="0"/>
          <a:chOff x="0" y="0"/>
          <a:chExt cx="0" cy="0"/>
        </a:xfrm>
      </p:grpSpPr>
      <p:sp>
        <p:nvSpPr>
          <p:cNvPr id="71" name="Google Shape;71;p9"/>
          <p:cNvSpPr txBox="1"/>
          <p:nvPr>
            <p:ph type="title"/>
          </p:nvPr>
        </p:nvSpPr>
        <p:spPr>
          <a:xfrm>
            <a:off x="635675" y="218882"/>
            <a:ext cx="9575125" cy="1091964"/>
          </a:xfrm>
          <a:prstGeom prst="rect">
            <a:avLst/>
          </a:prstGeom>
          <a:noFill/>
          <a:ln>
            <a:noFill/>
          </a:ln>
        </p:spPr>
        <p:txBody>
          <a:bodyPr anchorCtr="0" anchor="t" bIns="0" lIns="0" spcFirstLastPara="1" rIns="0" wrap="square" tIns="500000">
            <a:spAutoFit/>
          </a:bodyPr>
          <a:lstStyle/>
          <a:p>
            <a:pPr indent="0" lvl="0" marL="287655" rtl="0" algn="ctr">
              <a:lnSpc>
                <a:spcPct val="100000"/>
              </a:lnSpc>
              <a:spcBef>
                <a:spcPts val="0"/>
              </a:spcBef>
              <a:spcAft>
                <a:spcPts val="0"/>
              </a:spcAft>
              <a:buNone/>
            </a:pPr>
            <a:r>
              <a:rPr lang="en-US"/>
              <a:t>Objective</a:t>
            </a:r>
            <a:endParaRPr/>
          </a:p>
        </p:txBody>
      </p:sp>
      <p:pic>
        <p:nvPicPr>
          <p:cNvPr id="72" name="Google Shape;72;p9"/>
          <p:cNvPicPr preferRelativeResize="0"/>
          <p:nvPr/>
        </p:nvPicPr>
        <p:blipFill rotWithShape="1">
          <a:blip r:embed="rId3">
            <a:alphaModFix/>
          </a:blip>
          <a:srcRect b="0" l="0" r="0" t="0"/>
          <a:stretch/>
        </p:blipFill>
        <p:spPr>
          <a:xfrm>
            <a:off x="10347960" y="52387"/>
            <a:ext cx="933450" cy="809625"/>
          </a:xfrm>
          <a:prstGeom prst="rect">
            <a:avLst/>
          </a:prstGeom>
          <a:noFill/>
          <a:ln>
            <a:noFill/>
          </a:ln>
        </p:spPr>
      </p:pic>
      <p:sp>
        <p:nvSpPr>
          <p:cNvPr id="73" name="Google Shape;73;p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8/17/2025</a:t>
            </a:r>
            <a:endParaRPr/>
          </a:p>
        </p:txBody>
      </p:sp>
      <p:sp>
        <p:nvSpPr>
          <p:cNvPr id="74" name="Google Shape;74;p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t/>
            </a:r>
            <a:endParaRPr/>
          </a:p>
        </p:txBody>
      </p:sp>
      <p:sp>
        <p:nvSpPr>
          <p:cNvPr id="75" name="Google Shape;75;p9"/>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p>
            <a:pPr indent="0" lvl="0" marL="108585" rtl="0" algn="l">
              <a:lnSpc>
                <a:spcPct val="104090"/>
              </a:lnSpc>
              <a:spcBef>
                <a:spcPts val="0"/>
              </a:spcBef>
              <a:spcAft>
                <a:spcPts val="0"/>
              </a:spcAft>
              <a:buNone/>
            </a:pPr>
            <a:fld id="{00000000-1234-1234-1234-123412341234}" type="slidenum">
              <a:rPr lang="en-US"/>
              <a:t>‹#›</a:t>
            </a:fld>
            <a:endParaRPr/>
          </a:p>
        </p:txBody>
      </p:sp>
      <p:sp>
        <p:nvSpPr>
          <p:cNvPr id="76" name="Google Shape;76;p9"/>
          <p:cNvSpPr txBox="1"/>
          <p:nvPr/>
        </p:nvSpPr>
        <p:spPr>
          <a:xfrm>
            <a:off x="1371600" y="1536068"/>
            <a:ext cx="9144000" cy="36942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None/>
            </a:pPr>
            <a:r>
              <a:rPr lang="en-US" sz="1800"/>
              <a:t>Develop an intelligent web-based crop recommendation system with interactive map interface enabling users to tap any location and instantly receive data-driven crop recommendations optimized for profitability. Integrate multi-source datasets including soil properties, climate conditions, topography, and water availability to generate automated recommendations. Feature modern glassmorphic UI with map visualization displaying agricultural parameters, climate factors, soil characteristics, and recommended crops with profitability metrics around selected locations. Serve both traditional farmers and non-farming landowners, incorporating seasonal recommendations, cropping patterns, and region-specific agronomic guidance.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0" name="Shape 80"/>
        <p:cNvGrpSpPr/>
        <p:nvPr/>
      </p:nvGrpSpPr>
      <p:grpSpPr>
        <a:xfrm>
          <a:off x="0" y="0"/>
          <a:ext cx="0" cy="0"/>
          <a:chOff x="0" y="0"/>
          <a:chExt cx="0" cy="0"/>
        </a:xfrm>
      </p:grpSpPr>
      <p:sp>
        <p:nvSpPr>
          <p:cNvPr id="81" name="Google Shape;81;p10"/>
          <p:cNvSpPr txBox="1"/>
          <p:nvPr>
            <p:ph type="title"/>
          </p:nvPr>
        </p:nvSpPr>
        <p:spPr>
          <a:xfrm>
            <a:off x="635675" y="218882"/>
            <a:ext cx="9575125" cy="1091964"/>
          </a:xfrm>
          <a:prstGeom prst="rect">
            <a:avLst/>
          </a:prstGeom>
          <a:noFill/>
          <a:ln>
            <a:noFill/>
          </a:ln>
        </p:spPr>
        <p:txBody>
          <a:bodyPr anchorCtr="0" anchor="t" bIns="0" lIns="0" spcFirstLastPara="1" rIns="0" wrap="square" tIns="500000">
            <a:spAutoFit/>
          </a:bodyPr>
          <a:lstStyle/>
          <a:p>
            <a:pPr indent="0" lvl="0" marL="287655" rtl="0" algn="ctr">
              <a:lnSpc>
                <a:spcPct val="100000"/>
              </a:lnSpc>
              <a:spcBef>
                <a:spcPts val="0"/>
              </a:spcBef>
              <a:spcAft>
                <a:spcPts val="0"/>
              </a:spcAft>
              <a:buNone/>
            </a:pPr>
            <a:r>
              <a:rPr lang="en-US"/>
              <a:t>Scope</a:t>
            </a:r>
            <a:endParaRPr/>
          </a:p>
        </p:txBody>
      </p:sp>
      <p:pic>
        <p:nvPicPr>
          <p:cNvPr id="82" name="Google Shape;82;p10"/>
          <p:cNvPicPr preferRelativeResize="0"/>
          <p:nvPr/>
        </p:nvPicPr>
        <p:blipFill rotWithShape="1">
          <a:blip r:embed="rId3">
            <a:alphaModFix/>
          </a:blip>
          <a:srcRect b="0" l="0" r="0" t="0"/>
          <a:stretch/>
        </p:blipFill>
        <p:spPr>
          <a:xfrm>
            <a:off x="10347960" y="52387"/>
            <a:ext cx="933450" cy="809625"/>
          </a:xfrm>
          <a:prstGeom prst="rect">
            <a:avLst/>
          </a:prstGeom>
          <a:noFill/>
          <a:ln>
            <a:noFill/>
          </a:ln>
        </p:spPr>
      </p:pic>
      <p:sp>
        <p:nvSpPr>
          <p:cNvPr id="83" name="Google Shape;83;p1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8/17/2025</a:t>
            </a:r>
            <a:endParaRPr/>
          </a:p>
        </p:txBody>
      </p:sp>
      <p:sp>
        <p:nvSpPr>
          <p:cNvPr id="84" name="Google Shape;84;p1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t/>
            </a:r>
            <a:endParaRPr/>
          </a:p>
        </p:txBody>
      </p:sp>
      <p:sp>
        <p:nvSpPr>
          <p:cNvPr id="85" name="Google Shape;85;p10"/>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p>
            <a:pPr indent="0" lvl="0" marL="108585" rtl="0" algn="l">
              <a:lnSpc>
                <a:spcPct val="104090"/>
              </a:lnSpc>
              <a:spcBef>
                <a:spcPts val="0"/>
              </a:spcBef>
              <a:spcAft>
                <a:spcPts val="0"/>
              </a:spcAft>
              <a:buNone/>
            </a:pPr>
            <a:fld id="{00000000-1234-1234-1234-123412341234}" type="slidenum">
              <a:rPr lang="en-US"/>
              <a:t>‹#›</a:t>
            </a:fld>
            <a:endParaRPr/>
          </a:p>
        </p:txBody>
      </p:sp>
      <p:sp>
        <p:nvSpPr>
          <p:cNvPr id="86" name="Google Shape;86;p10"/>
          <p:cNvSpPr txBox="1"/>
          <p:nvPr/>
        </p:nvSpPr>
        <p:spPr>
          <a:xfrm>
            <a:off x="1371600" y="1536068"/>
            <a:ext cx="9144000" cy="32784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None/>
            </a:pPr>
            <a:r>
              <a:rPr lang="en-US" sz="1800"/>
              <a:t>Integrate soil databases with pH, texture, nutrient profiles, and organic content. Climate data from meteorological APIs covering temperature, humidity, precipitation, and seasonal variations. Leverage Survey of India datasets for land boundaries and topographical features. Include crop databases with growth requirements, environmental conditions, and profitability metrics. Develop modern frontend with interactive mapping using open-source GIS libraries featuring tap-to-select functionality and glassmorphic design. Target farmers, landowners, consultants, and planners. Backend includes geospatial processing, ML models for recommendations, and climate/soil data APIs.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0" name="Shape 90"/>
        <p:cNvGrpSpPr/>
        <p:nvPr/>
      </p:nvGrpSpPr>
      <p:grpSpPr>
        <a:xfrm>
          <a:off x="0" y="0"/>
          <a:ext cx="0" cy="0"/>
          <a:chOff x="0" y="0"/>
          <a:chExt cx="0" cy="0"/>
        </a:xfrm>
      </p:grpSpPr>
      <p:sp>
        <p:nvSpPr>
          <p:cNvPr id="91" name="Google Shape;91;p11"/>
          <p:cNvSpPr txBox="1"/>
          <p:nvPr/>
        </p:nvSpPr>
        <p:spPr>
          <a:xfrm>
            <a:off x="11184621" y="6471716"/>
            <a:ext cx="96520" cy="165100"/>
          </a:xfrm>
          <a:prstGeom prst="rect">
            <a:avLst/>
          </a:prstGeom>
          <a:noFill/>
          <a:ln>
            <a:noFill/>
          </a:ln>
        </p:spPr>
        <p:txBody>
          <a:bodyPr anchorCtr="0" anchor="t" bIns="0" lIns="0" spcFirstLastPara="1" rIns="0" wrap="square" tIns="0">
            <a:spAutoFit/>
          </a:bodyPr>
          <a:lstStyle/>
          <a:p>
            <a:pPr indent="0" lvl="0" marL="12700" rtl="0" algn="l">
              <a:lnSpc>
                <a:spcPct val="104090"/>
              </a:lnSpc>
              <a:spcBef>
                <a:spcPts val="0"/>
              </a:spcBef>
              <a:spcAft>
                <a:spcPts val="0"/>
              </a:spcAft>
              <a:buNone/>
            </a:pPr>
            <a:r>
              <a:rPr b="1" lang="en-US" sz="1100">
                <a:solidFill>
                  <a:srgbClr val="C55A11"/>
                </a:solidFill>
                <a:latin typeface="Calibri"/>
                <a:ea typeface="Calibri"/>
                <a:cs typeface="Calibri"/>
                <a:sym typeface="Calibri"/>
              </a:rPr>
              <a:t>4</a:t>
            </a:r>
            <a:endParaRPr sz="1100">
              <a:latin typeface="Calibri"/>
              <a:ea typeface="Calibri"/>
              <a:cs typeface="Calibri"/>
              <a:sym typeface="Calibri"/>
            </a:endParaRPr>
          </a:p>
        </p:txBody>
      </p:sp>
      <p:sp>
        <p:nvSpPr>
          <p:cNvPr id="92" name="Google Shape;92;p11"/>
          <p:cNvSpPr txBox="1"/>
          <p:nvPr>
            <p:ph type="title"/>
          </p:nvPr>
        </p:nvSpPr>
        <p:spPr>
          <a:xfrm>
            <a:off x="911225" y="219407"/>
            <a:ext cx="9436466" cy="57404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a:t>Literature Review</a:t>
            </a:r>
            <a:endParaRPr/>
          </a:p>
        </p:txBody>
      </p:sp>
      <p:pic>
        <p:nvPicPr>
          <p:cNvPr id="93" name="Google Shape;93;p11"/>
          <p:cNvPicPr preferRelativeResize="0"/>
          <p:nvPr/>
        </p:nvPicPr>
        <p:blipFill rotWithShape="1">
          <a:blip r:embed="rId3">
            <a:alphaModFix/>
          </a:blip>
          <a:srcRect b="0" l="0" r="0" t="0"/>
          <a:stretch/>
        </p:blipFill>
        <p:spPr>
          <a:xfrm>
            <a:off x="10347691" y="52387"/>
            <a:ext cx="933450" cy="809625"/>
          </a:xfrm>
          <a:prstGeom prst="rect">
            <a:avLst/>
          </a:prstGeom>
          <a:noFill/>
          <a:ln>
            <a:noFill/>
          </a:ln>
        </p:spPr>
      </p:pic>
      <p:graphicFrame>
        <p:nvGraphicFramePr>
          <p:cNvPr id="94" name="Google Shape;94;p11"/>
          <p:cNvGraphicFramePr/>
          <p:nvPr/>
        </p:nvGraphicFramePr>
        <p:xfrm>
          <a:off x="985838" y="1384300"/>
          <a:ext cx="3000000" cy="3000000"/>
        </p:xfrm>
        <a:graphic>
          <a:graphicData uri="http://schemas.openxmlformats.org/drawingml/2006/table">
            <a:tbl>
              <a:tblPr>
                <a:noFill/>
                <a:tableStyleId>{AC063D48-9C63-4C31-BF3F-999C341A701D}</a:tableStyleId>
              </a:tblPr>
              <a:tblGrid>
                <a:gridCol w="3513600"/>
                <a:gridCol w="2071700"/>
                <a:gridCol w="4018600"/>
                <a:gridCol w="1429225"/>
              </a:tblGrid>
              <a:tr h="320450">
                <a:tc>
                  <a:txBody>
                    <a:bodyPr/>
                    <a:lstStyle/>
                    <a:p>
                      <a:pPr indent="0" lvl="0" marL="158750" marR="0" rtl="0" algn="l">
                        <a:lnSpc>
                          <a:spcPct val="100000"/>
                        </a:lnSpc>
                        <a:spcBef>
                          <a:spcPts val="0"/>
                        </a:spcBef>
                        <a:spcAft>
                          <a:spcPts val="0"/>
                        </a:spcAft>
                        <a:buClr>
                          <a:srgbClr val="0000FF"/>
                        </a:buClr>
                        <a:buSzPts val="1600"/>
                        <a:buFont typeface="Times New Roman"/>
                        <a:buNone/>
                      </a:pPr>
                      <a:r>
                        <a:rPr b="1" i="0" lang="en-US" sz="1600" u="none" cap="none" strike="noStrike">
                          <a:solidFill>
                            <a:srgbClr val="0000FF"/>
                          </a:solidFill>
                          <a:latin typeface="Times New Roman"/>
                          <a:ea typeface="Times New Roman"/>
                          <a:cs typeface="Times New Roman"/>
                          <a:sym typeface="Times New Roman"/>
                        </a:rPr>
                        <a:t>Name of the Paper</a:t>
                      </a:r>
                      <a:endParaRPr b="0" i="0" sz="16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60338" marR="0" rtl="0" algn="l">
                        <a:lnSpc>
                          <a:spcPct val="100000"/>
                        </a:lnSpc>
                        <a:spcBef>
                          <a:spcPts val="0"/>
                        </a:spcBef>
                        <a:spcAft>
                          <a:spcPts val="0"/>
                        </a:spcAft>
                        <a:buClr>
                          <a:srgbClr val="0000FF"/>
                        </a:buClr>
                        <a:buSzPts val="1600"/>
                        <a:buFont typeface="Times New Roman"/>
                        <a:buNone/>
                      </a:pPr>
                      <a:r>
                        <a:rPr b="1" i="0" lang="en-US" sz="1600" u="none" cap="none" strike="noStrike">
                          <a:solidFill>
                            <a:srgbClr val="0000FF"/>
                          </a:solidFill>
                          <a:latin typeface="Times New Roman"/>
                          <a:ea typeface="Times New Roman"/>
                          <a:cs typeface="Times New Roman"/>
                          <a:sym typeface="Times New Roman"/>
                        </a:rPr>
                        <a:t>Author</a:t>
                      </a:r>
                      <a:endParaRPr b="0" i="0" sz="16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58750" marR="0" rtl="0" algn="l">
                        <a:lnSpc>
                          <a:spcPct val="100000"/>
                        </a:lnSpc>
                        <a:spcBef>
                          <a:spcPts val="0"/>
                        </a:spcBef>
                        <a:spcAft>
                          <a:spcPts val="0"/>
                        </a:spcAft>
                        <a:buClr>
                          <a:srgbClr val="0000FF"/>
                        </a:buClr>
                        <a:buSzPts val="1600"/>
                        <a:buFont typeface="Times New Roman"/>
                        <a:buNone/>
                      </a:pPr>
                      <a:r>
                        <a:rPr b="1" i="0" lang="en-US" sz="1600" u="none" cap="none" strike="noStrike">
                          <a:solidFill>
                            <a:srgbClr val="0000FF"/>
                          </a:solidFill>
                          <a:latin typeface="Times New Roman"/>
                          <a:ea typeface="Times New Roman"/>
                          <a:cs typeface="Times New Roman"/>
                          <a:sym typeface="Times New Roman"/>
                        </a:rPr>
                        <a:t>About the work</a:t>
                      </a:r>
                      <a:endParaRPr b="0" i="0" sz="16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58750" marR="0" rtl="0" algn="l">
                        <a:lnSpc>
                          <a:spcPct val="100000"/>
                        </a:lnSpc>
                        <a:spcBef>
                          <a:spcPts val="0"/>
                        </a:spcBef>
                        <a:spcAft>
                          <a:spcPts val="0"/>
                        </a:spcAft>
                        <a:buClr>
                          <a:srgbClr val="0000FF"/>
                        </a:buClr>
                        <a:buSzPts val="1600"/>
                        <a:buFont typeface="Times New Roman"/>
                        <a:buNone/>
                      </a:pPr>
                      <a:r>
                        <a:rPr b="1" i="0" lang="en-US" sz="1600" u="none" cap="none" strike="noStrike">
                          <a:solidFill>
                            <a:srgbClr val="0000FF"/>
                          </a:solidFill>
                          <a:latin typeface="Times New Roman"/>
                          <a:ea typeface="Times New Roman"/>
                          <a:cs typeface="Times New Roman"/>
                          <a:sym typeface="Times New Roman"/>
                        </a:rPr>
                        <a:t>Year</a:t>
                      </a:r>
                      <a:endParaRPr b="0" i="0" sz="16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36800">
                <a:tc>
                  <a:txBody>
                    <a:bodyPr/>
                    <a:lstStyle/>
                    <a:p>
                      <a:pPr indent="0" lvl="0" marL="63500" marR="0" rtl="0" algn="l">
                        <a:lnSpc>
                          <a:spcPct val="110000"/>
                        </a:lnSpc>
                        <a:spcBef>
                          <a:spcPts val="0"/>
                        </a:spcBef>
                        <a:spcAft>
                          <a:spcPts val="0"/>
                        </a:spcAft>
                        <a:buSzPts val="1400"/>
                        <a:buFont typeface="Calibri"/>
                        <a:buNone/>
                      </a:pPr>
                      <a:r>
                        <a:rPr lang="en-US" sz="1800">
                          <a:solidFill>
                            <a:schemeClr val="dk1"/>
                          </a:solidFill>
                          <a:latin typeface="Times New Roman"/>
                          <a:ea typeface="Times New Roman"/>
                          <a:cs typeface="Times New Roman"/>
                          <a:sym typeface="Times New Roman"/>
                        </a:rPr>
                        <a:t>Crop Recommendation Using ML</a:t>
                      </a:r>
                      <a:endParaRPr i="0" sz="18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088" marR="0" rtl="0" algn="l">
                        <a:lnSpc>
                          <a:spcPct val="100000"/>
                        </a:lnSpc>
                        <a:spcBef>
                          <a:spcPts val="0"/>
                        </a:spcBef>
                        <a:spcAft>
                          <a:spcPts val="0"/>
                        </a:spcAft>
                        <a:buSzPts val="1400"/>
                        <a:buFont typeface="Calibri"/>
                        <a:buNone/>
                      </a:pPr>
                      <a:r>
                        <a:rPr lang="en-US" sz="1800">
                          <a:solidFill>
                            <a:schemeClr val="dk1"/>
                          </a:solidFill>
                          <a:latin typeface="Times New Roman"/>
                          <a:ea typeface="Times New Roman"/>
                          <a:cs typeface="Times New Roman"/>
                          <a:sym typeface="Times New Roman"/>
                        </a:rPr>
                        <a:t>Gupta &amp; Srivastava </a:t>
                      </a:r>
                      <a:endParaRPr i="0" sz="18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marR="0" rtl="0" algn="l">
                        <a:lnSpc>
                          <a:spcPct val="110000"/>
                        </a:lnSpc>
                        <a:spcBef>
                          <a:spcPts val="0"/>
                        </a:spcBef>
                        <a:spcAft>
                          <a:spcPts val="0"/>
                        </a:spcAft>
                        <a:buSzPts val="1400"/>
                        <a:buFont typeface="Calibri"/>
                        <a:buNone/>
                      </a:pPr>
                      <a:r>
                        <a:rPr lang="en-US" sz="1800">
                          <a:solidFill>
                            <a:schemeClr val="dk1"/>
                          </a:solidFill>
                          <a:latin typeface="Times New Roman"/>
                          <a:ea typeface="Times New Roman"/>
                          <a:cs typeface="Times New Roman"/>
                          <a:sym typeface="Times New Roman"/>
                        </a:rPr>
                        <a:t>Random Forest algorithms analyzing soil N-P-K, temperature, humidity, pH for accurate crop suggestions with real-time adaptability</a:t>
                      </a:r>
                      <a:endParaRPr i="0" sz="18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087" rtl="0" algn="l">
                        <a:spcBef>
                          <a:spcPts val="0"/>
                        </a:spcBef>
                        <a:spcAft>
                          <a:spcPts val="0"/>
                        </a:spcAft>
                        <a:buClr>
                          <a:schemeClr val="dk1"/>
                        </a:buClr>
                        <a:buSzPts val="1400"/>
                        <a:buFont typeface="Calibri"/>
                        <a:buNone/>
                      </a:pPr>
                      <a:r>
                        <a:rPr lang="en-US" sz="1800">
                          <a:solidFill>
                            <a:schemeClr val="dk1"/>
                          </a:solidFill>
                          <a:latin typeface="Times New Roman"/>
                          <a:ea typeface="Times New Roman"/>
                          <a:cs typeface="Times New Roman"/>
                          <a:sym typeface="Times New Roman"/>
                        </a:rPr>
                        <a:t>2024</a:t>
                      </a:r>
                      <a:endParaRPr i="0" sz="18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32125">
                <a:tc>
                  <a:txBody>
                    <a:bodyPr/>
                    <a:lstStyle/>
                    <a:p>
                      <a:pPr indent="-87313" lvl="0" marL="87313" marR="0" rtl="0" algn="l">
                        <a:lnSpc>
                          <a:spcPct val="100000"/>
                        </a:lnSpc>
                        <a:spcBef>
                          <a:spcPts val="0"/>
                        </a:spcBef>
                        <a:spcAft>
                          <a:spcPts val="0"/>
                        </a:spcAft>
                        <a:buSzPts val="1400"/>
                        <a:buFont typeface="Calibri"/>
                        <a:buNone/>
                      </a:pPr>
                      <a:r>
                        <a:rPr lang="en-US" sz="1800">
                          <a:solidFill>
                            <a:schemeClr val="dk1"/>
                          </a:solidFill>
                          <a:latin typeface="Times New Roman"/>
                          <a:ea typeface="Times New Roman"/>
                          <a:cs typeface="Times New Roman"/>
                          <a:sym typeface="Times New Roman"/>
                        </a:rPr>
                        <a:t>GIS Crop Suitability</a:t>
                      </a:r>
                      <a:endParaRPr i="0" sz="18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SzPts val="1400"/>
                        <a:buFont typeface="Calibri"/>
                        <a:buNone/>
                      </a:pPr>
                      <a:r>
                        <a:rPr lang="en-US" sz="1800">
                          <a:solidFill>
                            <a:schemeClr val="dk1"/>
                          </a:solidFill>
                          <a:latin typeface="Times New Roman"/>
                          <a:ea typeface="Times New Roman"/>
                          <a:cs typeface="Times New Roman"/>
                          <a:sym typeface="Times New Roman"/>
                        </a:rPr>
                        <a:t>Sawant et al</a:t>
                      </a:r>
                      <a:endParaRPr i="0" sz="18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7313" marR="0" rtl="0" algn="l">
                        <a:lnSpc>
                          <a:spcPct val="100000"/>
                        </a:lnSpc>
                        <a:spcBef>
                          <a:spcPts val="0"/>
                        </a:spcBef>
                        <a:spcAft>
                          <a:spcPts val="0"/>
                        </a:spcAft>
                        <a:buSzPts val="1400"/>
                        <a:buFont typeface="Calibri"/>
                        <a:buNone/>
                      </a:pPr>
                      <a:r>
                        <a:rPr lang="en-US" sz="1800">
                          <a:solidFill>
                            <a:schemeClr val="dk1"/>
                          </a:solidFill>
                          <a:latin typeface="Times New Roman"/>
                          <a:ea typeface="Times New Roman"/>
                          <a:cs typeface="Times New Roman"/>
                          <a:sym typeface="Times New Roman"/>
                        </a:rPr>
                        <a:t>First integrated AHP-GIS-remote sensing for coastal India crop analysis</a:t>
                      </a:r>
                      <a:endParaRPr i="0" sz="18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250000"/>
                        </a:lnSpc>
                        <a:spcBef>
                          <a:spcPts val="0"/>
                        </a:spcBef>
                        <a:spcAft>
                          <a:spcPts val="0"/>
                        </a:spcAft>
                        <a:buSzPts val="1400"/>
                        <a:buFont typeface="Calibri"/>
                        <a:buNone/>
                      </a:pPr>
                      <a:r>
                        <a:rPr lang="en-US" sz="1800">
                          <a:solidFill>
                            <a:schemeClr val="dk1"/>
                          </a:solidFill>
                          <a:latin typeface="Times New Roman"/>
                          <a:ea typeface="Times New Roman"/>
                          <a:cs typeface="Times New Roman"/>
                          <a:sym typeface="Times New Roman"/>
                        </a:rPr>
                        <a:t> 2025</a:t>
                      </a:r>
                      <a:endParaRPr i="0" sz="18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04800">
                <a:tc>
                  <a:txBody>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Agriculture 4.0 DSS</a:t>
                      </a:r>
                      <a:endParaRPr i="0" sz="18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87313" lvl="0" marL="87313" marR="0" rtl="0" algn="l">
                        <a:lnSpc>
                          <a:spcPct val="100000"/>
                        </a:lnSpc>
                        <a:spcBef>
                          <a:spcPts val="0"/>
                        </a:spcBef>
                        <a:spcAft>
                          <a:spcPts val="0"/>
                        </a:spcAft>
                        <a:buSzPts val="1400"/>
                        <a:buFont typeface="Calibri"/>
                        <a:buNone/>
                      </a:pPr>
                      <a:r>
                        <a:rPr lang="en-US" sz="1800">
                          <a:solidFill>
                            <a:schemeClr val="dk1"/>
                          </a:solidFill>
                          <a:latin typeface="Times New Roman"/>
                          <a:ea typeface="Times New Roman"/>
                          <a:cs typeface="Times New Roman"/>
                          <a:sym typeface="Times New Roman"/>
                        </a:rPr>
                        <a:t>Zhai</a:t>
                      </a:r>
                      <a:endParaRPr i="0" sz="18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7313" marR="0" rtl="0" algn="l">
                        <a:lnSpc>
                          <a:spcPct val="100000"/>
                        </a:lnSpc>
                        <a:spcBef>
                          <a:spcPts val="0"/>
                        </a:spcBef>
                        <a:spcAft>
                          <a:spcPts val="0"/>
                        </a:spcAft>
                        <a:buSzPts val="1400"/>
                        <a:buFont typeface="Calibri"/>
                        <a:buNone/>
                      </a:pPr>
                      <a:r>
                        <a:rPr lang="en-US" sz="1800">
                          <a:solidFill>
                            <a:schemeClr val="dk1"/>
                          </a:solidFill>
                          <a:latin typeface="Times New Roman"/>
                          <a:ea typeface="Times New Roman"/>
                          <a:cs typeface="Times New Roman"/>
                          <a:sym typeface="Times New Roman"/>
                        </a:rPr>
                        <a:t>Survey on agricultural decision support challenges in Agriculture 4.0 contexts</a:t>
                      </a:r>
                      <a:endParaRPr i="0" sz="18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250000"/>
                        </a:lnSpc>
                        <a:spcBef>
                          <a:spcPts val="0"/>
                        </a:spcBef>
                        <a:spcAft>
                          <a:spcPts val="0"/>
                        </a:spcAft>
                        <a:buSzPts val="1400"/>
                        <a:buFont typeface="Calibri"/>
                        <a:buNone/>
                      </a:pPr>
                      <a:r>
                        <a:rPr lang="en-US" sz="1800">
                          <a:solidFill>
                            <a:schemeClr val="dk1"/>
                          </a:solidFill>
                          <a:latin typeface="Times New Roman"/>
                          <a:ea typeface="Times New Roman"/>
                          <a:cs typeface="Times New Roman"/>
                          <a:sym typeface="Times New Roman"/>
                        </a:rPr>
                        <a:t>2020</a:t>
                      </a:r>
                      <a:endParaRPr i="0" sz="18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74675">
                <a:tc>
                  <a:txBody>
                    <a:bodyPr/>
                    <a:lstStyle/>
                    <a:p>
                      <a:pPr indent="0" lvl="0" marL="87313" marR="0" rtl="0" algn="l">
                        <a:lnSpc>
                          <a:spcPct val="100000"/>
                        </a:lnSpc>
                        <a:spcBef>
                          <a:spcPts val="0"/>
                        </a:spcBef>
                        <a:spcAft>
                          <a:spcPts val="0"/>
                        </a:spcAft>
                        <a:buSzPts val="1400"/>
                        <a:buFont typeface="Calibri"/>
                        <a:buNone/>
                      </a:pPr>
                      <a:r>
                        <a:rPr lang="en-US" sz="1800">
                          <a:solidFill>
                            <a:schemeClr val="dk1"/>
                          </a:solidFill>
                          <a:latin typeface="Times New Roman"/>
                          <a:ea typeface="Times New Roman"/>
                          <a:cs typeface="Times New Roman"/>
                          <a:sym typeface="Times New Roman"/>
                        </a:rPr>
                        <a:t>Cropland Suitability Assessment</a:t>
                      </a:r>
                      <a:endParaRPr i="0" sz="1800">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100"/>
                        <a:buFont typeface="Arial"/>
                        <a:buNone/>
                      </a:pPr>
                      <a:r>
                        <a:rPr lang="en-US" sz="1800">
                          <a:solidFill>
                            <a:schemeClr val="dk1"/>
                          </a:solidFill>
                          <a:highlight>
                            <a:srgbClr val="FFFFFF"/>
                          </a:highlight>
                          <a:latin typeface="Times New Roman"/>
                          <a:ea typeface="Times New Roman"/>
                          <a:cs typeface="Times New Roman"/>
                          <a:sym typeface="Times New Roman"/>
                        </a:rPr>
                        <a:t>Review Article</a:t>
                      </a:r>
                      <a:endParaRPr sz="1800">
                        <a:solidFill>
                          <a:schemeClr val="dk1"/>
                        </a:solidFill>
                        <a:highlight>
                          <a:srgbClr val="FFFFFF"/>
                        </a:highlight>
                        <a:latin typeface="Times New Roman"/>
                        <a:ea typeface="Times New Roman"/>
                        <a:cs typeface="Times New Roman"/>
                        <a:sym typeface="Times New Roman"/>
                      </a:endParaRPr>
                    </a:p>
                    <a:p>
                      <a:pPr indent="-87313" lvl="0" marL="87313" marR="0" rtl="0" algn="l">
                        <a:lnSpc>
                          <a:spcPct val="100000"/>
                        </a:lnSpc>
                        <a:spcBef>
                          <a:spcPts val="0"/>
                        </a:spcBef>
                        <a:spcAft>
                          <a:spcPts val="0"/>
                        </a:spcAft>
                        <a:buSzPts val="1400"/>
                        <a:buFont typeface="Calibri"/>
                        <a:buNone/>
                      </a:pPr>
                      <a:r>
                        <a:t/>
                      </a:r>
                      <a:endParaRPr sz="1800">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7313" marR="0" rtl="0" algn="l">
                        <a:spcBef>
                          <a:spcPts val="0"/>
                        </a:spcBef>
                        <a:spcAft>
                          <a:spcPts val="0"/>
                        </a:spcAft>
                        <a:buNone/>
                      </a:pPr>
                      <a:r>
                        <a:rPr lang="en-US" sz="1800">
                          <a:latin typeface="Times New Roman"/>
                          <a:ea typeface="Times New Roman"/>
                          <a:cs typeface="Times New Roman"/>
                          <a:sym typeface="Times New Roman"/>
                        </a:rPr>
                        <a:t>Multi-criteria evaluation with GIS; 69% used integrated approaches, soil/topography/climate most important parameters</a:t>
                      </a:r>
                      <a:endParaRPr sz="1800">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250000"/>
                        </a:lnSpc>
                        <a:spcBef>
                          <a:spcPts val="0"/>
                        </a:spcBef>
                        <a:spcAft>
                          <a:spcPts val="0"/>
                        </a:spcAft>
                        <a:buSzPts val="1400"/>
                        <a:buFont typeface="Calibri"/>
                        <a:buNone/>
                      </a:pPr>
                      <a:r>
                        <a:rPr lang="en-US" sz="1800">
                          <a:solidFill>
                            <a:schemeClr val="dk1"/>
                          </a:solidFill>
                          <a:latin typeface="Times New Roman"/>
                          <a:ea typeface="Times New Roman"/>
                          <a:cs typeface="Times New Roman"/>
                          <a:sym typeface="Times New Roman"/>
                        </a:rPr>
                        <a:t>2022</a:t>
                      </a:r>
                      <a:endParaRPr i="0" sz="1800" u="none" cap="none" strike="noStrike">
                        <a:solidFill>
                          <a:schemeClr val="dk1"/>
                        </a:solidFill>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95" name="Google Shape;95;p1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8/17/2025</a:t>
            </a:r>
            <a:endParaRPr/>
          </a:p>
        </p:txBody>
      </p:sp>
      <p:sp>
        <p:nvSpPr>
          <p:cNvPr id="96" name="Google Shape;96;p1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t/>
            </a:r>
            <a:endParaRPr/>
          </a:p>
        </p:txBody>
      </p:sp>
      <p:sp>
        <p:nvSpPr>
          <p:cNvPr id="97" name="Google Shape;97;p11"/>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p>
            <a:pPr indent="0" lvl="0" marL="108585" rtl="0" algn="l">
              <a:lnSpc>
                <a:spcPct val="104090"/>
              </a:lnSpc>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1" name="Shape 101"/>
        <p:cNvGrpSpPr/>
        <p:nvPr/>
      </p:nvGrpSpPr>
      <p:grpSpPr>
        <a:xfrm>
          <a:off x="0" y="0"/>
          <a:ext cx="0" cy="0"/>
          <a:chOff x="0" y="0"/>
          <a:chExt cx="0" cy="0"/>
        </a:xfrm>
      </p:grpSpPr>
      <p:sp>
        <p:nvSpPr>
          <p:cNvPr id="102" name="Google Shape;102;p12"/>
          <p:cNvSpPr txBox="1"/>
          <p:nvPr>
            <p:ph type="title"/>
          </p:nvPr>
        </p:nvSpPr>
        <p:spPr>
          <a:xfrm>
            <a:off x="911225" y="218882"/>
            <a:ext cx="9436466" cy="56682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a:t>Novelty in Research</a:t>
            </a:r>
            <a:endParaRPr/>
          </a:p>
        </p:txBody>
      </p:sp>
      <p:sp>
        <p:nvSpPr>
          <p:cNvPr id="103" name="Google Shape;103;p12"/>
          <p:cNvSpPr txBox="1"/>
          <p:nvPr/>
        </p:nvSpPr>
        <p:spPr>
          <a:xfrm>
            <a:off x="11184621" y="6522318"/>
            <a:ext cx="96520"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00">
                <a:solidFill>
                  <a:srgbClr val="C55A11"/>
                </a:solidFill>
                <a:latin typeface="Calibri"/>
                <a:ea typeface="Calibri"/>
                <a:cs typeface="Calibri"/>
                <a:sym typeface="Calibri"/>
              </a:rPr>
              <a:t>3</a:t>
            </a:r>
            <a:endParaRPr sz="1100">
              <a:latin typeface="Calibri"/>
              <a:ea typeface="Calibri"/>
              <a:cs typeface="Calibri"/>
              <a:sym typeface="Calibri"/>
            </a:endParaRPr>
          </a:p>
        </p:txBody>
      </p:sp>
      <p:pic>
        <p:nvPicPr>
          <p:cNvPr id="104" name="Google Shape;104;p12"/>
          <p:cNvPicPr preferRelativeResize="0"/>
          <p:nvPr/>
        </p:nvPicPr>
        <p:blipFill rotWithShape="1">
          <a:blip r:embed="rId3">
            <a:alphaModFix/>
          </a:blip>
          <a:srcRect b="0" l="0" r="0" t="0"/>
          <a:stretch/>
        </p:blipFill>
        <p:spPr>
          <a:xfrm>
            <a:off x="10347691" y="0"/>
            <a:ext cx="933450" cy="809625"/>
          </a:xfrm>
          <a:prstGeom prst="rect">
            <a:avLst/>
          </a:prstGeom>
          <a:noFill/>
          <a:ln>
            <a:noFill/>
          </a:ln>
        </p:spPr>
      </p:pic>
      <p:sp>
        <p:nvSpPr>
          <p:cNvPr id="105" name="Google Shape;105;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8/17/2025</a:t>
            </a:r>
            <a:endParaRPr/>
          </a:p>
        </p:txBody>
      </p:sp>
      <p:sp>
        <p:nvSpPr>
          <p:cNvPr id="106" name="Google Shape;106;p12"/>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p>
            <a:pPr indent="0" lvl="0" marL="108585" rtl="0" algn="l">
              <a:lnSpc>
                <a:spcPct val="104090"/>
              </a:lnSpc>
              <a:spcBef>
                <a:spcPts val="0"/>
              </a:spcBef>
              <a:spcAft>
                <a:spcPts val="0"/>
              </a:spcAft>
              <a:buNone/>
            </a:pPr>
            <a:fld id="{00000000-1234-1234-1234-123412341234}" type="slidenum">
              <a:rPr lang="en-US"/>
              <a:t>‹#›</a:t>
            </a:fld>
            <a:endParaRPr/>
          </a:p>
        </p:txBody>
      </p:sp>
      <p:sp>
        <p:nvSpPr>
          <p:cNvPr id="107" name="Google Shape;107;p12"/>
          <p:cNvSpPr txBox="1"/>
          <p:nvPr/>
        </p:nvSpPr>
        <p:spPr>
          <a:xfrm>
            <a:off x="1371600" y="1536068"/>
            <a:ext cx="9144000" cy="45252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None/>
            </a:pPr>
            <a:r>
              <a:rPr lang="en-US" sz="1800"/>
              <a:t>Zero-input automated recommendations where users simply tap map locations, system autonomously retrieves all necessary data without manual entry or IoT sensors. Glassmorphic, visually engaging UI with spatial visualization of agricultural parameters around selected locations, accessible to technical and non-technical users. Profitability-focused recommendations considering market dynamics, cultivation ty</a:t>
            </a:r>
            <a:r>
              <a:rPr lang="en-US" sz="1800"/>
              <a:t>pes</a:t>
            </a:r>
            <a:r>
              <a:rPr lang="en-US" sz="1800"/>
              <a:t>, yields, and ROI calculations alongside agronomic suitability. Addresses non-farming landowners exploring agricultural opportunities, democratizing agricultural entrepreneurship. Integrates Survey of India geospatial datasets with real-time climate APIs and crop databases for unprecedented spatial precision. Seasonal recommendation engine suggesting optimal planting periods and crop rotation strategies.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1" name="Shape 111"/>
        <p:cNvGrpSpPr/>
        <p:nvPr/>
      </p:nvGrpSpPr>
      <p:grpSpPr>
        <a:xfrm>
          <a:off x="0" y="0"/>
          <a:ext cx="0" cy="0"/>
          <a:chOff x="0" y="0"/>
          <a:chExt cx="0" cy="0"/>
        </a:xfrm>
      </p:grpSpPr>
      <p:sp>
        <p:nvSpPr>
          <p:cNvPr id="112" name="Google Shape;112;p13"/>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p>
            <a:pPr indent="0" lvl="0" marL="108585" rtl="0" algn="l">
              <a:lnSpc>
                <a:spcPct val="104090"/>
              </a:lnSpc>
              <a:spcBef>
                <a:spcPts val="0"/>
              </a:spcBef>
              <a:spcAft>
                <a:spcPts val="0"/>
              </a:spcAft>
              <a:buNone/>
            </a:pPr>
            <a:fld id="{00000000-1234-1234-1234-123412341234}" type="slidenum">
              <a:rPr lang="en-US"/>
              <a:t>‹#›</a:t>
            </a:fld>
            <a:endParaRPr/>
          </a:p>
        </p:txBody>
      </p:sp>
      <p:sp>
        <p:nvSpPr>
          <p:cNvPr id="113" name="Google Shape;113;p13"/>
          <p:cNvSpPr txBox="1"/>
          <p:nvPr>
            <p:ph type="title"/>
          </p:nvPr>
        </p:nvSpPr>
        <p:spPr>
          <a:xfrm>
            <a:off x="914400" y="287972"/>
            <a:ext cx="9299575" cy="57404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a:t>Existing System</a:t>
            </a:r>
            <a:endParaRPr/>
          </a:p>
        </p:txBody>
      </p:sp>
      <p:pic>
        <p:nvPicPr>
          <p:cNvPr id="114" name="Google Shape;114;p13"/>
          <p:cNvPicPr preferRelativeResize="0"/>
          <p:nvPr/>
        </p:nvPicPr>
        <p:blipFill rotWithShape="1">
          <a:blip r:embed="rId3">
            <a:alphaModFix/>
          </a:blip>
          <a:srcRect b="0" l="0" r="0" t="0"/>
          <a:stretch/>
        </p:blipFill>
        <p:spPr>
          <a:xfrm>
            <a:off x="10347691" y="52387"/>
            <a:ext cx="933450" cy="809625"/>
          </a:xfrm>
          <a:prstGeom prst="rect">
            <a:avLst/>
          </a:prstGeom>
          <a:noFill/>
          <a:ln>
            <a:noFill/>
          </a:ln>
        </p:spPr>
      </p:pic>
      <p:sp>
        <p:nvSpPr>
          <p:cNvPr id="115" name="Google Shape;115;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8/17/2025</a:t>
            </a:r>
            <a:endParaRPr/>
          </a:p>
        </p:txBody>
      </p:sp>
      <p:sp>
        <p:nvSpPr>
          <p:cNvPr id="116" name="Google Shape;116;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t/>
            </a:r>
            <a:endParaRPr/>
          </a:p>
        </p:txBody>
      </p:sp>
      <p:sp>
        <p:nvSpPr>
          <p:cNvPr id="117" name="Google Shape;117;p13"/>
          <p:cNvSpPr txBox="1"/>
          <p:nvPr/>
        </p:nvSpPr>
        <p:spPr>
          <a:xfrm>
            <a:off x="1143000" y="1524000"/>
            <a:ext cx="9372600" cy="36942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None/>
            </a:pPr>
            <a:r>
              <a:rPr lang="en-US" sz="1800"/>
              <a:t>Current platforms require extensive manual data input creating adoption barriers. IoT-based precision systems depend on expensive sensor infrastructure economically prohibitive for small farmers. Web portals present information in text-heavy formats lacking intuitive spatial visualization. Most systems serve only traditional farmers, neglecting non-farming landowners. Recommendations based solely on agronomic suitability without economic factors like profitability and ROI. User interfaces lack modern design with cluttered dashboards overwhelming users. Limited GIS integration failing to leverage authoritative geospatial datasets. Systems operate on static datasets without real-time weather or market price integration.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1" name="Shape 121"/>
        <p:cNvGrpSpPr/>
        <p:nvPr/>
      </p:nvGrpSpPr>
      <p:grpSpPr>
        <a:xfrm>
          <a:off x="0" y="0"/>
          <a:ext cx="0" cy="0"/>
          <a:chOff x="0" y="0"/>
          <a:chExt cx="0" cy="0"/>
        </a:xfrm>
      </p:grpSpPr>
      <p:sp>
        <p:nvSpPr>
          <p:cNvPr id="122" name="Google Shape;122;p14"/>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p>
            <a:pPr indent="0" lvl="0" marL="108585" rtl="0" algn="l">
              <a:lnSpc>
                <a:spcPct val="104090"/>
              </a:lnSpc>
              <a:spcBef>
                <a:spcPts val="0"/>
              </a:spcBef>
              <a:spcAft>
                <a:spcPts val="0"/>
              </a:spcAft>
              <a:buNone/>
            </a:pPr>
            <a:fld id="{00000000-1234-1234-1234-123412341234}" type="slidenum">
              <a:rPr lang="en-US"/>
              <a:t>‹#›</a:t>
            </a:fld>
            <a:endParaRPr/>
          </a:p>
        </p:txBody>
      </p:sp>
      <p:sp>
        <p:nvSpPr>
          <p:cNvPr id="123" name="Google Shape;123;p14"/>
          <p:cNvSpPr txBox="1"/>
          <p:nvPr>
            <p:ph type="title"/>
          </p:nvPr>
        </p:nvSpPr>
        <p:spPr>
          <a:xfrm>
            <a:off x="635675" y="218882"/>
            <a:ext cx="9498925" cy="809606"/>
          </a:xfrm>
          <a:prstGeom prst="rect">
            <a:avLst/>
          </a:prstGeom>
          <a:noFill/>
          <a:ln>
            <a:noFill/>
          </a:ln>
        </p:spPr>
        <p:txBody>
          <a:bodyPr anchorCtr="0" anchor="t" bIns="0" lIns="0" spcFirstLastPara="1" rIns="0" wrap="square" tIns="253125">
            <a:spAutoFit/>
          </a:bodyPr>
          <a:lstStyle/>
          <a:p>
            <a:pPr indent="0" lvl="0" marL="287655" rtl="0" algn="ctr">
              <a:lnSpc>
                <a:spcPct val="100000"/>
              </a:lnSpc>
              <a:spcBef>
                <a:spcPts val="0"/>
              </a:spcBef>
              <a:spcAft>
                <a:spcPts val="0"/>
              </a:spcAft>
              <a:buNone/>
            </a:pPr>
            <a:r>
              <a:rPr lang="en-US"/>
              <a:t>Proposed System</a:t>
            </a:r>
            <a:endParaRPr/>
          </a:p>
        </p:txBody>
      </p:sp>
      <p:sp>
        <p:nvSpPr>
          <p:cNvPr id="124" name="Google Shape;124;p14"/>
          <p:cNvSpPr txBox="1"/>
          <p:nvPr>
            <p:ph idx="1" type="body"/>
          </p:nvPr>
        </p:nvSpPr>
        <p:spPr>
          <a:xfrm>
            <a:off x="986467" y="1383664"/>
            <a:ext cx="10294800" cy="3199200"/>
          </a:xfrm>
          <a:prstGeom prst="rect">
            <a:avLst/>
          </a:prstGeom>
          <a:noFill/>
          <a:ln>
            <a:noFill/>
          </a:ln>
        </p:spPr>
        <p:txBody>
          <a:bodyPr anchorCtr="0" anchor="t" bIns="0" lIns="0" spcFirstLastPara="1" rIns="0" wrap="square" tIns="12700">
            <a:spAutoFit/>
          </a:bodyPr>
          <a:lstStyle/>
          <a:p>
            <a:pPr indent="0" lvl="0" marL="12065" marR="241300" rtl="0" algn="just">
              <a:lnSpc>
                <a:spcPct val="150000"/>
              </a:lnSpc>
              <a:spcBef>
                <a:spcPts val="0"/>
              </a:spcBef>
              <a:spcAft>
                <a:spcPts val="0"/>
              </a:spcAft>
              <a:buNone/>
            </a:pPr>
            <a:r>
              <a:rPr lang="en-US" sz="1800">
                <a:solidFill>
                  <a:schemeClr val="dk1"/>
                </a:solidFill>
              </a:rPr>
              <a:t>Web-based platform with interactive map where users tap locations for instant profitability-optimized crop suggestions without manual inputs. Integrates Survey of India geospatial data, soil databases (pH, nutrients, texture), climate APIs (temperature, humidity, precipitation), and crop databases (growth requirements, yields, profitability). Technology stack: modern web frameworks, OpenLayers/Leaflet for mapping, PostgreSQL with PostGIS for spatial data, GeoServer for OGC services. ML algorithms (Random Forest, Gradient Boosting) for recommendations with AHP for multi-criteria analysis. Glassmorphic UI with semi-transparent panels overlaying map showing graphical soil/climate representations, crop suitability scores, profitability metrics, seasonal recommendations, and rotation strategies.</a:t>
            </a:r>
            <a:endParaRPr sz="1800">
              <a:solidFill>
                <a:schemeClr val="dk1"/>
              </a:solidFill>
            </a:endParaRPr>
          </a:p>
        </p:txBody>
      </p:sp>
      <p:pic>
        <p:nvPicPr>
          <p:cNvPr id="125" name="Google Shape;125;p14"/>
          <p:cNvPicPr preferRelativeResize="0"/>
          <p:nvPr/>
        </p:nvPicPr>
        <p:blipFill rotWithShape="1">
          <a:blip r:embed="rId3">
            <a:alphaModFix/>
          </a:blip>
          <a:srcRect b="0" l="0" r="0" t="0"/>
          <a:stretch/>
        </p:blipFill>
        <p:spPr>
          <a:xfrm>
            <a:off x="10347691" y="52387"/>
            <a:ext cx="933450" cy="809625"/>
          </a:xfrm>
          <a:prstGeom prst="rect">
            <a:avLst/>
          </a:prstGeom>
          <a:noFill/>
          <a:ln>
            <a:noFill/>
          </a:ln>
        </p:spPr>
      </p:pic>
      <p:sp>
        <p:nvSpPr>
          <p:cNvPr id="126" name="Google Shape;126;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8/17/2025</a:t>
            </a:r>
            <a:endParaRPr/>
          </a:p>
        </p:txBody>
      </p:sp>
      <p:sp>
        <p:nvSpPr>
          <p:cNvPr id="127" name="Google Shape;127;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1" name="Shape 131"/>
        <p:cNvGrpSpPr/>
        <p:nvPr/>
      </p:nvGrpSpPr>
      <p:grpSpPr>
        <a:xfrm>
          <a:off x="0" y="0"/>
          <a:ext cx="0" cy="0"/>
          <a:chOff x="0" y="0"/>
          <a:chExt cx="0" cy="0"/>
        </a:xfrm>
      </p:grpSpPr>
      <p:sp>
        <p:nvSpPr>
          <p:cNvPr id="132" name="Google Shape;132;p15"/>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p>
            <a:pPr indent="0" lvl="0" marL="38100" rtl="0" algn="l">
              <a:lnSpc>
                <a:spcPct val="104090"/>
              </a:lnSpc>
              <a:spcBef>
                <a:spcPts val="0"/>
              </a:spcBef>
              <a:spcAft>
                <a:spcPts val="0"/>
              </a:spcAft>
              <a:buNone/>
            </a:pPr>
            <a:fld id="{00000000-1234-1234-1234-123412341234}" type="slidenum">
              <a:rPr lang="en-US"/>
              <a:t>‹#›</a:t>
            </a:fld>
            <a:endParaRPr/>
          </a:p>
        </p:txBody>
      </p:sp>
      <p:sp>
        <p:nvSpPr>
          <p:cNvPr id="133" name="Google Shape;133;p15"/>
          <p:cNvSpPr txBox="1"/>
          <p:nvPr>
            <p:ph type="title"/>
          </p:nvPr>
        </p:nvSpPr>
        <p:spPr>
          <a:xfrm>
            <a:off x="635675" y="218882"/>
            <a:ext cx="9575125" cy="1091964"/>
          </a:xfrm>
          <a:prstGeom prst="rect">
            <a:avLst/>
          </a:prstGeom>
          <a:noFill/>
          <a:ln>
            <a:noFill/>
          </a:ln>
        </p:spPr>
        <p:txBody>
          <a:bodyPr anchorCtr="0" anchor="t" bIns="0" lIns="0" spcFirstLastPara="1" rIns="0" wrap="square" tIns="500000">
            <a:spAutoFit/>
          </a:bodyPr>
          <a:lstStyle/>
          <a:p>
            <a:pPr indent="0" lvl="0" marL="287655" rtl="0" algn="ctr">
              <a:lnSpc>
                <a:spcPct val="100000"/>
              </a:lnSpc>
              <a:spcBef>
                <a:spcPts val="0"/>
              </a:spcBef>
              <a:spcAft>
                <a:spcPts val="0"/>
              </a:spcAft>
              <a:buNone/>
            </a:pPr>
            <a:r>
              <a:rPr lang="en-US"/>
              <a:t>References</a:t>
            </a:r>
            <a:endParaRPr/>
          </a:p>
        </p:txBody>
      </p:sp>
      <p:pic>
        <p:nvPicPr>
          <p:cNvPr id="134" name="Google Shape;134;p15"/>
          <p:cNvPicPr preferRelativeResize="0"/>
          <p:nvPr/>
        </p:nvPicPr>
        <p:blipFill rotWithShape="1">
          <a:blip r:embed="rId3">
            <a:alphaModFix/>
          </a:blip>
          <a:srcRect b="0" l="0" r="0" t="0"/>
          <a:stretch/>
        </p:blipFill>
        <p:spPr>
          <a:xfrm>
            <a:off x="10347691" y="52387"/>
            <a:ext cx="933450" cy="809625"/>
          </a:xfrm>
          <a:prstGeom prst="rect">
            <a:avLst/>
          </a:prstGeom>
          <a:noFill/>
          <a:ln>
            <a:noFill/>
          </a:ln>
        </p:spPr>
      </p:pic>
      <p:sp>
        <p:nvSpPr>
          <p:cNvPr id="135" name="Google Shape;135;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8/17/2025</a:t>
            </a:r>
            <a:endParaRPr/>
          </a:p>
        </p:txBody>
      </p:sp>
      <p:sp>
        <p:nvSpPr>
          <p:cNvPr id="136" name="Google Shape;136;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t/>
            </a:r>
            <a:endParaRPr/>
          </a:p>
        </p:txBody>
      </p:sp>
      <p:sp>
        <p:nvSpPr>
          <p:cNvPr id="137" name="Google Shape;137;p15"/>
          <p:cNvSpPr txBox="1"/>
          <p:nvPr/>
        </p:nvSpPr>
        <p:spPr>
          <a:xfrm>
            <a:off x="1371600" y="1536068"/>
            <a:ext cx="9144000" cy="3278400"/>
          </a:xfrm>
          <a:prstGeom prst="rect">
            <a:avLst/>
          </a:prstGeom>
          <a:noFill/>
          <a:ln>
            <a:noFill/>
          </a:ln>
        </p:spPr>
        <p:txBody>
          <a:bodyPr anchorCtr="0" anchor="t" bIns="45700" lIns="91425" spcFirstLastPara="1" rIns="91425" wrap="square" tIns="45700">
            <a:spAutoFit/>
          </a:bodyPr>
          <a:lstStyle/>
          <a:p>
            <a:pPr indent="-285750" lvl="0" marL="285750" rtl="0" algn="l">
              <a:lnSpc>
                <a:spcPct val="150000"/>
              </a:lnSpc>
              <a:spcBef>
                <a:spcPts val="0"/>
              </a:spcBef>
              <a:spcAft>
                <a:spcPts val="0"/>
              </a:spcAft>
              <a:buSzPts val="1800"/>
              <a:buFont typeface="Times New Roman"/>
              <a:buChar char="o"/>
            </a:pPr>
            <a:r>
              <a:rPr lang="en-US" sz="1800">
                <a:latin typeface="Times New Roman"/>
                <a:ea typeface="Times New Roman"/>
                <a:cs typeface="Times New Roman"/>
                <a:sym typeface="Times New Roman"/>
              </a:rPr>
              <a:t>Kaggle Datasets</a:t>
            </a:r>
            <a:endParaRPr sz="1800">
              <a:latin typeface="Times New Roman"/>
              <a:ea typeface="Times New Roman"/>
              <a:cs typeface="Times New Roman"/>
              <a:sym typeface="Times New Roman"/>
            </a:endParaRPr>
          </a:p>
          <a:p>
            <a:pPr indent="-285750" lvl="0" marL="285750" rtl="0" algn="l">
              <a:lnSpc>
                <a:spcPct val="150000"/>
              </a:lnSpc>
              <a:spcBef>
                <a:spcPts val="0"/>
              </a:spcBef>
              <a:spcAft>
                <a:spcPts val="0"/>
              </a:spcAft>
              <a:buSzPts val="1800"/>
              <a:buFont typeface="Times New Roman"/>
              <a:buChar char="o"/>
            </a:pPr>
            <a:r>
              <a:rPr lang="en-US" sz="1800">
                <a:solidFill>
                  <a:schemeClr val="dk1"/>
                </a:solidFill>
                <a:latin typeface="Times New Roman"/>
                <a:ea typeface="Times New Roman"/>
                <a:cs typeface="Times New Roman"/>
                <a:sym typeface="Times New Roman"/>
              </a:rPr>
              <a:t>National Bureau of Soil Survey and Land Use Planning</a:t>
            </a:r>
            <a:endParaRPr sz="1800">
              <a:latin typeface="Times New Roman"/>
              <a:ea typeface="Times New Roman"/>
              <a:cs typeface="Times New Roman"/>
              <a:sym typeface="Times New Roman"/>
            </a:endParaRPr>
          </a:p>
          <a:p>
            <a:pPr indent="-285750" lvl="0" marL="285750" rtl="0" algn="l">
              <a:lnSpc>
                <a:spcPct val="150000"/>
              </a:lnSpc>
              <a:spcBef>
                <a:spcPts val="0"/>
              </a:spcBef>
              <a:spcAft>
                <a:spcPts val="0"/>
              </a:spcAft>
              <a:buSzPts val="1800"/>
              <a:buFont typeface="Times New Roman"/>
              <a:buChar char="o"/>
            </a:pPr>
            <a:r>
              <a:rPr lang="en-US" sz="1800">
                <a:latin typeface="Times New Roman"/>
                <a:ea typeface="Times New Roman"/>
                <a:cs typeface="Times New Roman"/>
                <a:sym typeface="Times New Roman"/>
              </a:rPr>
              <a:t>Soil and Land Use Survey of India</a:t>
            </a:r>
            <a:endParaRPr sz="1800">
              <a:latin typeface="Times New Roman"/>
              <a:ea typeface="Times New Roman"/>
              <a:cs typeface="Times New Roman"/>
              <a:sym typeface="Times New Roman"/>
            </a:endParaRPr>
          </a:p>
          <a:p>
            <a:pPr indent="-285750" lvl="0" marL="285750" rtl="0" algn="l">
              <a:lnSpc>
                <a:spcPct val="150000"/>
              </a:lnSpc>
              <a:spcBef>
                <a:spcPts val="0"/>
              </a:spcBef>
              <a:spcAft>
                <a:spcPts val="0"/>
              </a:spcAft>
              <a:buSzPts val="1800"/>
              <a:buFont typeface="Times New Roman"/>
              <a:buChar char="o"/>
            </a:pPr>
            <a:r>
              <a:rPr lang="en-US" sz="1800">
                <a:latin typeface="Times New Roman"/>
                <a:ea typeface="Times New Roman"/>
                <a:cs typeface="Times New Roman"/>
                <a:sym typeface="Times New Roman"/>
              </a:rPr>
              <a:t>Open-Meteo Climate </a:t>
            </a:r>
            <a:endParaRPr sz="1800">
              <a:latin typeface="Times New Roman"/>
              <a:ea typeface="Times New Roman"/>
              <a:cs typeface="Times New Roman"/>
              <a:sym typeface="Times New Roman"/>
            </a:endParaRPr>
          </a:p>
          <a:p>
            <a:pPr indent="-285750" lvl="0" marL="285750" rtl="0" algn="l">
              <a:lnSpc>
                <a:spcPct val="150000"/>
              </a:lnSpc>
              <a:spcBef>
                <a:spcPts val="0"/>
              </a:spcBef>
              <a:spcAft>
                <a:spcPts val="0"/>
              </a:spcAft>
              <a:buSzPts val="1800"/>
              <a:buFont typeface="Times New Roman"/>
              <a:buChar char="o"/>
            </a:pPr>
            <a:r>
              <a:rPr lang="en-US" sz="1800">
                <a:latin typeface="Times New Roman"/>
                <a:ea typeface="Times New Roman"/>
                <a:cs typeface="Times New Roman"/>
                <a:sym typeface="Times New Roman"/>
              </a:rPr>
              <a:t>TerraClimate Dataset</a:t>
            </a:r>
            <a:endParaRPr sz="1800">
              <a:latin typeface="Times New Roman"/>
              <a:ea typeface="Times New Roman"/>
              <a:cs typeface="Times New Roman"/>
              <a:sym typeface="Times New Roman"/>
            </a:endParaRPr>
          </a:p>
          <a:p>
            <a:pPr indent="-285750" lvl="0" marL="285750" rtl="0" algn="l">
              <a:lnSpc>
                <a:spcPct val="150000"/>
              </a:lnSpc>
              <a:spcBef>
                <a:spcPts val="0"/>
              </a:spcBef>
              <a:spcAft>
                <a:spcPts val="0"/>
              </a:spcAft>
              <a:buSzPts val="1800"/>
              <a:buFont typeface="Times New Roman"/>
              <a:buChar char="o"/>
            </a:pPr>
            <a:r>
              <a:rPr lang="en-US" sz="1800">
                <a:latin typeface="Times New Roman"/>
                <a:ea typeface="Times New Roman"/>
                <a:cs typeface="Times New Roman"/>
                <a:sym typeface="Times New Roman"/>
              </a:rPr>
              <a:t>India Meteorological Department (IMD)</a:t>
            </a:r>
            <a:endParaRPr sz="1800">
              <a:latin typeface="Times New Roman"/>
              <a:ea typeface="Times New Roman"/>
              <a:cs typeface="Times New Roman"/>
              <a:sym typeface="Times New Roman"/>
            </a:endParaRPr>
          </a:p>
          <a:p>
            <a:pPr indent="-285750" lvl="0" marL="285750" rtl="0" algn="l">
              <a:lnSpc>
                <a:spcPct val="150000"/>
              </a:lnSpc>
              <a:spcBef>
                <a:spcPts val="0"/>
              </a:spcBef>
              <a:spcAft>
                <a:spcPts val="0"/>
              </a:spcAft>
              <a:buSzPts val="1800"/>
              <a:buFont typeface="Times New Roman"/>
              <a:buChar char="o"/>
            </a:pPr>
            <a:r>
              <a:rPr lang="en-US" sz="1800">
                <a:latin typeface="Times New Roman"/>
                <a:ea typeface="Times New Roman"/>
                <a:cs typeface="Times New Roman"/>
                <a:sym typeface="Times New Roman"/>
              </a:rPr>
              <a:t>Geospatial and Mapping Data</a:t>
            </a:r>
            <a:endParaRPr sz="1800">
              <a:latin typeface="Times New Roman"/>
              <a:ea typeface="Times New Roman"/>
              <a:cs typeface="Times New Roman"/>
              <a:sym typeface="Times New Roman"/>
            </a:endParaRPr>
          </a:p>
          <a:p>
            <a:pPr indent="-285750" lvl="0" marL="285750" rtl="0" algn="l">
              <a:lnSpc>
                <a:spcPct val="150000"/>
              </a:lnSpc>
              <a:spcBef>
                <a:spcPts val="0"/>
              </a:spcBef>
              <a:spcAft>
                <a:spcPts val="0"/>
              </a:spcAft>
              <a:buSzPts val="1800"/>
              <a:buFont typeface="Times New Roman"/>
              <a:buChar char="o"/>
            </a:pPr>
            <a:r>
              <a:rPr lang="en-US" sz="1800">
                <a:latin typeface="Times New Roman"/>
                <a:ea typeface="Times New Roman"/>
                <a:cs typeface="Times New Roman"/>
                <a:sym typeface="Times New Roman"/>
              </a:rPr>
              <a:t>Data.gov.in</a:t>
            </a:r>
            <a:endParaRPr sz="18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1" name="Shape 141"/>
        <p:cNvGrpSpPr/>
        <p:nvPr/>
      </p:nvGrpSpPr>
      <p:grpSpPr>
        <a:xfrm>
          <a:off x="0" y="0"/>
          <a:ext cx="0" cy="0"/>
          <a:chOff x="0" y="0"/>
          <a:chExt cx="0" cy="0"/>
        </a:xfrm>
      </p:grpSpPr>
      <p:pic>
        <p:nvPicPr>
          <p:cNvPr id="142" name="Google Shape;142;p16"/>
          <p:cNvPicPr preferRelativeResize="0"/>
          <p:nvPr/>
        </p:nvPicPr>
        <p:blipFill rotWithShape="1">
          <a:blip r:embed="rId3">
            <a:alphaModFix/>
          </a:blip>
          <a:srcRect b="0" l="0" r="0" t="0"/>
          <a:stretch/>
        </p:blipFill>
        <p:spPr>
          <a:xfrm>
            <a:off x="3596383" y="2454416"/>
            <a:ext cx="5951129" cy="2117041"/>
          </a:xfrm>
          <a:prstGeom prst="rect">
            <a:avLst/>
          </a:prstGeom>
          <a:noFill/>
          <a:ln>
            <a:noFill/>
          </a:ln>
        </p:spPr>
      </p:pic>
      <p:sp>
        <p:nvSpPr>
          <p:cNvPr id="143" name="Google Shape;143;p16"/>
          <p:cNvSpPr txBox="1"/>
          <p:nvPr>
            <p:ph idx="12" type="sldNum"/>
          </p:nvPr>
        </p:nvSpPr>
        <p:spPr>
          <a:xfrm>
            <a:off x="11088465" y="6471716"/>
            <a:ext cx="230775" cy="165100"/>
          </a:xfrm>
          <a:prstGeom prst="rect">
            <a:avLst/>
          </a:prstGeom>
          <a:noFill/>
          <a:ln>
            <a:noFill/>
          </a:ln>
        </p:spPr>
        <p:txBody>
          <a:bodyPr anchorCtr="0" anchor="t" bIns="0" lIns="0" spcFirstLastPara="1" rIns="0" wrap="square" tIns="0">
            <a:spAutoFit/>
          </a:bodyPr>
          <a:lstStyle/>
          <a:p>
            <a:pPr indent="0" lvl="0" marL="38100" rtl="0" algn="l">
              <a:lnSpc>
                <a:spcPct val="104090"/>
              </a:lnSpc>
              <a:spcBef>
                <a:spcPts val="0"/>
              </a:spcBef>
              <a:spcAft>
                <a:spcPts val="0"/>
              </a:spcAft>
              <a:buNone/>
            </a:pPr>
            <a:fld id="{00000000-1234-1234-1234-123412341234}" type="slidenum">
              <a:rPr lang="en-US"/>
              <a:t>‹#›</a:t>
            </a:fld>
            <a:endParaRPr/>
          </a:p>
        </p:txBody>
      </p:sp>
      <p:sp>
        <p:nvSpPr>
          <p:cNvPr id="144" name="Google Shape;144;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8/17/2025</a:t>
            </a:r>
            <a:endParaRPr/>
          </a:p>
        </p:txBody>
      </p:sp>
      <p:sp>
        <p:nvSpPr>
          <p:cNvPr id="145" name="Google Shape;145;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